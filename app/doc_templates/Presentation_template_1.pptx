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2" r:id="rId5"/>
    <p:sldMasterId id="2147483680" r:id="rId6"/>
  </p:sldMasterIdLst>
  <p:notesMasterIdLst>
    <p:notesMasterId r:id="rId14"/>
  </p:notesMasterIdLst>
  <p:sldIdLst>
    <p:sldId id="260" r:id="rId7"/>
    <p:sldId id="278" r:id="rId8"/>
    <p:sldId id="279" r:id="rId9"/>
    <p:sldId id="280" r:id="rId10"/>
    <p:sldId id="281" r:id="rId11"/>
    <p:sldId id="282" r:id="rId12"/>
    <p:sldId id="261" r:id="rId13"/>
  </p:sldIdLst>
  <p:sldSz cx="9144000" cy="5143500" type="screen16x9"/>
  <p:notesSz cx="6858000" cy="9144000"/>
  <p:defaultTextStyle>
    <a:defPPr>
      <a:defRPr lang="it-IT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0" userDrawn="1">
          <p15:clr>
            <a:srgbClr val="A4A3A4"/>
          </p15:clr>
        </p15:guide>
        <p15:guide id="2" pos="2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45"/>
    <p:restoredTop sz="97627"/>
  </p:normalViewPr>
  <p:slideViewPr>
    <p:cSldViewPr snapToGrid="0" snapToObjects="1">
      <p:cViewPr varScale="1">
        <p:scale>
          <a:sx n="147" d="100"/>
          <a:sy n="147" d="100"/>
        </p:scale>
        <p:origin x="780" y="114"/>
      </p:cViewPr>
      <p:guideLst>
        <p:guide orient="horz" pos="3140"/>
        <p:guide pos="2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Rossi" userId="5d77e58c-c860-4ccf-864e-f598a7b97137" providerId="ADAL" clId="{E2EFAC52-C199-4808-8B9D-87107AD20D05}"/>
    <pc:docChg chg="custSel delMainMaster modMainMaster">
      <pc:chgData name="Laura Rossi" userId="5d77e58c-c860-4ccf-864e-f598a7b97137" providerId="ADAL" clId="{E2EFAC52-C199-4808-8B9D-87107AD20D05}" dt="2024-09-24T07:24:45.295" v="5" actId="2696"/>
      <pc:docMkLst>
        <pc:docMk/>
      </pc:docMkLst>
      <pc:sldMasterChg chg="addSp delSp modSp mod">
        <pc:chgData name="Laura Rossi" userId="5d77e58c-c860-4ccf-864e-f598a7b97137" providerId="ADAL" clId="{E2EFAC52-C199-4808-8B9D-87107AD20D05}" dt="2024-09-24T07:24:43.746" v="3"/>
        <pc:sldMasterMkLst>
          <pc:docMk/>
          <pc:sldMasterMk cId="248034793" sldId="2147483680"/>
        </pc:sldMasterMkLst>
        <pc:picChg chg="add mod">
          <ac:chgData name="Laura Rossi" userId="5d77e58c-c860-4ccf-864e-f598a7b97137" providerId="ADAL" clId="{E2EFAC52-C199-4808-8B9D-87107AD20D05}" dt="2024-09-24T07:24:43.746" v="3"/>
          <ac:picMkLst>
            <pc:docMk/>
            <pc:sldMasterMk cId="248034793" sldId="2147483680"/>
            <ac:picMk id="2" creationId="{67FB36E1-2C12-B24B-199B-7FFD84821B5B}"/>
          </ac:picMkLst>
        </pc:picChg>
        <pc:picChg chg="add del mod">
          <ac:chgData name="Laura Rossi" userId="5d77e58c-c860-4ccf-864e-f598a7b97137" providerId="ADAL" clId="{E2EFAC52-C199-4808-8B9D-87107AD20D05}" dt="2024-09-24T07:23:39.620" v="2" actId="478"/>
          <ac:picMkLst>
            <pc:docMk/>
            <pc:sldMasterMk cId="248034793" sldId="2147483680"/>
            <ac:picMk id="3" creationId="{8507C7E8-F7F9-FE43-5ECF-C64062B507CA}"/>
          </ac:picMkLst>
        </pc:picChg>
        <pc:picChg chg="del">
          <ac:chgData name="Laura Rossi" userId="5d77e58c-c860-4ccf-864e-f598a7b97137" providerId="ADAL" clId="{E2EFAC52-C199-4808-8B9D-87107AD20D05}" dt="2024-09-23T15:05:33.530" v="0" actId="478"/>
          <ac:picMkLst>
            <pc:docMk/>
            <pc:sldMasterMk cId="248034793" sldId="2147483680"/>
            <ac:picMk id="4" creationId="{39EFF6DA-8AEB-4F82-8969-8BCDA4501B83}"/>
          </ac:picMkLst>
        </pc:picChg>
      </pc:sldMasterChg>
      <pc:sldMasterChg chg="del delSldLayout">
        <pc:chgData name="Laura Rossi" userId="5d77e58c-c860-4ccf-864e-f598a7b97137" providerId="ADAL" clId="{E2EFAC52-C199-4808-8B9D-87107AD20D05}" dt="2024-09-24T07:24:45.295" v="5" actId="2696"/>
        <pc:sldMasterMkLst>
          <pc:docMk/>
          <pc:sldMasterMk cId="3914041625" sldId="2147483682"/>
        </pc:sldMasterMkLst>
        <pc:sldLayoutChg chg="del">
          <pc:chgData name="Laura Rossi" userId="5d77e58c-c860-4ccf-864e-f598a7b97137" providerId="ADAL" clId="{E2EFAC52-C199-4808-8B9D-87107AD20D05}" dt="2024-09-24T07:24:45.293" v="4" actId="2696"/>
          <pc:sldLayoutMkLst>
            <pc:docMk/>
            <pc:sldMasterMk cId="3914041625" sldId="2147483682"/>
            <pc:sldLayoutMk cId="1100443187" sldId="2147483683"/>
          </pc:sldLayoutMkLst>
        </pc:sldLayoutChg>
      </pc:sldMasterChg>
    </pc:docChg>
  </pc:docChgLst>
  <pc:docChgLst>
    <pc:chgData name="Laura Rossi" userId="5d77e58c-c860-4ccf-864e-f598a7b97137" providerId="ADAL" clId="{DCC67A2D-BEAB-4E0D-A265-8DFC716101CD}"/>
    <pc:docChg chg="custSel modSld modMainMaster">
      <pc:chgData name="Laura Rossi" userId="5d77e58c-c860-4ccf-864e-f598a7b97137" providerId="ADAL" clId="{DCC67A2D-BEAB-4E0D-A265-8DFC716101CD}" dt="2021-09-03T09:31:19.877" v="86" actId="962"/>
      <pc:docMkLst>
        <pc:docMk/>
      </pc:docMkLst>
      <pc:sldChg chg="modSp">
        <pc:chgData name="Laura Rossi" userId="5d77e58c-c860-4ccf-864e-f598a7b97137" providerId="ADAL" clId="{DCC67A2D-BEAB-4E0D-A265-8DFC716101CD}" dt="2021-08-31T07:13:46.493" v="69" actId="1035"/>
        <pc:sldMkLst>
          <pc:docMk/>
          <pc:sldMk cId="1274771481" sldId="260"/>
        </pc:sldMkLst>
        <pc:spChg chg="mod">
          <ac:chgData name="Laura Rossi" userId="5d77e58c-c860-4ccf-864e-f598a7b97137" providerId="ADAL" clId="{DCC67A2D-BEAB-4E0D-A265-8DFC716101CD}" dt="2021-08-31T07:13:46.493" v="69" actId="1035"/>
          <ac:spMkLst>
            <pc:docMk/>
            <pc:sldMk cId="1274771481" sldId="260"/>
            <ac:spMk id="2" creationId="{25E8F598-5F50-3A4E-82EB-8A423F6B2A93}"/>
          </ac:spMkLst>
        </pc:spChg>
      </pc:sldChg>
      <pc:sldMasterChg chg="addSp delSp modSp">
        <pc:chgData name="Laura Rossi" userId="5d77e58c-c860-4ccf-864e-f598a7b97137" providerId="ADAL" clId="{DCC67A2D-BEAB-4E0D-A265-8DFC716101CD}" dt="2021-08-31T06:40:48.286" v="13" actId="1076"/>
        <pc:sldMasterMkLst>
          <pc:docMk/>
          <pc:sldMasterMk cId="1270490001" sldId="2147483660"/>
        </pc:sldMasterMkLst>
        <pc:spChg chg="add del">
          <ac:chgData name="Laura Rossi" userId="5d77e58c-c860-4ccf-864e-f598a7b97137" providerId="ADAL" clId="{DCC67A2D-BEAB-4E0D-A265-8DFC716101CD}" dt="2021-08-31T06:40:37.076" v="10"/>
          <ac:spMkLst>
            <pc:docMk/>
            <pc:sldMasterMk cId="1270490001" sldId="2147483660"/>
            <ac:spMk id="2" creationId="{7724BE7A-52A2-47CB-81AF-C031908E3EC0}"/>
          </ac:spMkLst>
        </pc:spChg>
        <pc:picChg chg="add mod">
          <ac:chgData name="Laura Rossi" userId="5d77e58c-c860-4ccf-864e-f598a7b97137" providerId="ADAL" clId="{DCC67A2D-BEAB-4E0D-A265-8DFC716101CD}" dt="2021-08-31T06:40:48.286" v="13" actId="1076"/>
          <ac:picMkLst>
            <pc:docMk/>
            <pc:sldMasterMk cId="1270490001" sldId="2147483660"/>
            <ac:picMk id="4" creationId="{6B262D4B-A19C-4A40-BA37-D43A2627DF91}"/>
          </ac:picMkLst>
        </pc:picChg>
        <pc:picChg chg="del">
          <ac:chgData name="Laura Rossi" userId="5d77e58c-c860-4ccf-864e-f598a7b97137" providerId="ADAL" clId="{DCC67A2D-BEAB-4E0D-A265-8DFC716101CD}" dt="2021-08-31T06:40:34.879" v="8" actId="478"/>
          <ac:picMkLst>
            <pc:docMk/>
            <pc:sldMasterMk cId="1270490001" sldId="2147483660"/>
            <ac:picMk id="7" creationId="{8ADAA4AD-C9A6-7448-8BD7-5BBA70C26CF8}"/>
          </ac:picMkLst>
        </pc:picChg>
      </pc:sldMasterChg>
      <pc:sldMasterChg chg="modSldLayout">
        <pc:chgData name="Laura Rossi" userId="5d77e58c-c860-4ccf-864e-f598a7b97137" providerId="ADAL" clId="{DCC67A2D-BEAB-4E0D-A265-8DFC716101CD}" dt="2021-09-03T09:30:53.751" v="82" actId="1038"/>
        <pc:sldMasterMkLst>
          <pc:docMk/>
          <pc:sldMasterMk cId="4162560873" sldId="2147483672"/>
        </pc:sldMasterMkLst>
        <pc:sldLayoutChg chg="addSp delSp modSp">
          <pc:chgData name="Laura Rossi" userId="5d77e58c-c860-4ccf-864e-f598a7b97137" providerId="ADAL" clId="{DCC67A2D-BEAB-4E0D-A265-8DFC716101CD}" dt="2021-09-03T09:30:53.751" v="82" actId="1038"/>
          <pc:sldLayoutMkLst>
            <pc:docMk/>
            <pc:sldMasterMk cId="4162560873" sldId="2147483672"/>
            <pc:sldLayoutMk cId="1881011106" sldId="2147483679"/>
          </pc:sldLayoutMkLst>
          <pc:picChg chg="del">
            <ac:chgData name="Laura Rossi" userId="5d77e58c-c860-4ccf-864e-f598a7b97137" providerId="ADAL" clId="{DCC67A2D-BEAB-4E0D-A265-8DFC716101CD}" dt="2021-08-31T06:40:25.797" v="6" actId="478"/>
            <ac:picMkLst>
              <pc:docMk/>
              <pc:sldMasterMk cId="4162560873" sldId="2147483672"/>
              <pc:sldLayoutMk cId="1881011106" sldId="2147483679"/>
              <ac:picMk id="2" creationId="{7AE161A8-8C85-8941-95EA-EEE32E1179BD}"/>
            </ac:picMkLst>
          </pc:picChg>
          <pc:picChg chg="add mod">
            <ac:chgData name="Laura Rossi" userId="5d77e58c-c860-4ccf-864e-f598a7b97137" providerId="ADAL" clId="{DCC67A2D-BEAB-4E0D-A265-8DFC716101CD}" dt="2021-09-03T09:30:53.751" v="82" actId="1038"/>
            <ac:picMkLst>
              <pc:docMk/>
              <pc:sldMasterMk cId="4162560873" sldId="2147483672"/>
              <pc:sldLayoutMk cId="1881011106" sldId="2147483679"/>
              <ac:picMk id="4" creationId="{9D6703C0-A162-44DA-9702-F1100D89A0F8}"/>
            </ac:picMkLst>
          </pc:picChg>
        </pc:sldLayoutChg>
      </pc:sldMasterChg>
      <pc:sldMasterChg chg="addSp delSp modSp">
        <pc:chgData name="Laura Rossi" userId="5d77e58c-c860-4ccf-864e-f598a7b97137" providerId="ADAL" clId="{DCC67A2D-BEAB-4E0D-A265-8DFC716101CD}" dt="2021-09-03T09:31:19.877" v="86" actId="962"/>
        <pc:sldMasterMkLst>
          <pc:docMk/>
          <pc:sldMasterMk cId="248034793" sldId="2147483680"/>
        </pc:sldMasterMkLst>
        <pc:picChg chg="del">
          <ac:chgData name="Laura Rossi" userId="5d77e58c-c860-4ccf-864e-f598a7b97137" providerId="ADAL" clId="{DCC67A2D-BEAB-4E0D-A265-8DFC716101CD}" dt="2021-09-03T09:31:15.393" v="83" actId="478"/>
          <ac:picMkLst>
            <pc:docMk/>
            <pc:sldMasterMk cId="248034793" sldId="2147483680"/>
            <ac:picMk id="2" creationId="{465A090E-4239-4A9C-B3BD-9109D5292FD7}"/>
          </ac:picMkLst>
        </pc:picChg>
        <pc:picChg chg="add mod">
          <ac:chgData name="Laura Rossi" userId="5d77e58c-c860-4ccf-864e-f598a7b97137" providerId="ADAL" clId="{DCC67A2D-BEAB-4E0D-A265-8DFC716101CD}" dt="2021-09-03T09:31:19.877" v="86" actId="962"/>
          <ac:picMkLst>
            <pc:docMk/>
            <pc:sldMasterMk cId="248034793" sldId="2147483680"/>
            <ac:picMk id="4" creationId="{88E0FE18-A1A2-475B-A9FC-344DEC56ADB0}"/>
          </ac:picMkLst>
        </pc:picChg>
      </pc:sldMasterChg>
    </pc:docChg>
  </pc:docChgLst>
  <pc:docChgLst>
    <pc:chgData name="Laura Rossi" userId="5d77e58c-c860-4ccf-864e-f598a7b97137" providerId="ADAL" clId="{7C559293-E2DD-4AD6-B74E-5B20F7B8C767}"/>
    <pc:docChg chg="custSel modMainMaster">
      <pc:chgData name="Laura Rossi" userId="5d77e58c-c860-4ccf-864e-f598a7b97137" providerId="ADAL" clId="{7C559293-E2DD-4AD6-B74E-5B20F7B8C767}" dt="2022-07-15T08:17:35.035" v="1"/>
      <pc:docMkLst>
        <pc:docMk/>
      </pc:docMkLst>
      <pc:sldMasterChg chg="addSp delSp">
        <pc:chgData name="Laura Rossi" userId="5d77e58c-c860-4ccf-864e-f598a7b97137" providerId="ADAL" clId="{7C559293-E2DD-4AD6-B74E-5B20F7B8C767}" dt="2022-07-15T08:17:35.035" v="1"/>
        <pc:sldMasterMkLst>
          <pc:docMk/>
          <pc:sldMasterMk cId="248034793" sldId="2147483680"/>
        </pc:sldMasterMkLst>
        <pc:picChg chg="add">
          <ac:chgData name="Laura Rossi" userId="5d77e58c-c860-4ccf-864e-f598a7b97137" providerId="ADAL" clId="{7C559293-E2DD-4AD6-B74E-5B20F7B8C767}" dt="2022-07-15T08:17:35.035" v="1"/>
          <ac:picMkLst>
            <pc:docMk/>
            <pc:sldMasterMk cId="248034793" sldId="2147483680"/>
            <ac:picMk id="3" creationId="{D9832BAC-8895-4254-B7B7-DABCDEC75B82}"/>
          </ac:picMkLst>
        </pc:picChg>
        <pc:picChg chg="del">
          <ac:chgData name="Laura Rossi" userId="5d77e58c-c860-4ccf-864e-f598a7b97137" providerId="ADAL" clId="{7C559293-E2DD-4AD6-B74E-5B20F7B8C767}" dt="2022-07-15T08:17:34.766" v="0" actId="478"/>
          <ac:picMkLst>
            <pc:docMk/>
            <pc:sldMasterMk cId="248034793" sldId="2147483680"/>
            <ac:picMk id="4" creationId="{88E0FE18-A1A2-475B-A9FC-344DEC56ADB0}"/>
          </ac:picMkLst>
        </pc:picChg>
      </pc:sldMasterChg>
    </pc:docChg>
  </pc:docChgLst>
  <pc:docChgLst>
    <pc:chgData name="Laura Rossi" userId="5d77e58c-c860-4ccf-864e-f598a7b97137" providerId="ADAL" clId="{B7BB3942-687C-4A16-965C-9D06A855A764}"/>
    <pc:docChg chg="">
      <pc:chgData name="Laura Rossi" userId="5d77e58c-c860-4ccf-864e-f598a7b97137" providerId="ADAL" clId="{B7BB3942-687C-4A16-965C-9D06A855A764}" dt="2024-10-28T11:16:21.504" v="0" actId="6014"/>
      <pc:docMkLst>
        <pc:docMk/>
      </pc:docMkLst>
      <pc:sldMasterChg chg="modSldLayout">
        <pc:chgData name="Laura Rossi" userId="5d77e58c-c860-4ccf-864e-f598a7b97137" providerId="ADAL" clId="{B7BB3942-687C-4A16-965C-9D06A855A764}" dt="2024-10-28T11:16:21.504" v="0" actId="6014"/>
        <pc:sldMasterMkLst>
          <pc:docMk/>
          <pc:sldMasterMk cId="1270490001" sldId="2147483660"/>
        </pc:sldMasterMkLst>
        <pc:sldLayoutChg chg="mod">
          <pc:chgData name="Laura Rossi" userId="5d77e58c-c860-4ccf-864e-f598a7b97137" providerId="ADAL" clId="{B7BB3942-687C-4A16-965C-9D06A855A764}" dt="2024-10-28T11:16:21.504" v="0" actId="6014"/>
          <pc:sldLayoutMkLst>
            <pc:docMk/>
            <pc:sldMasterMk cId="1270490001" sldId="2147483660"/>
            <pc:sldLayoutMk cId="1899228313" sldId="2147483662"/>
          </pc:sldLayoutMkLst>
        </pc:sldLayoutChg>
      </pc:sldMasterChg>
    </pc:docChg>
  </pc:docChgLst>
  <pc:docChgLst>
    <pc:chgData name="Laura Rossi" userId="5d77e58c-c860-4ccf-864e-f598a7b97137" providerId="ADAL" clId="{CE044DEF-4AC1-4718-B57A-6F9D5E452A60}"/>
    <pc:docChg chg="custSel modSld modMainMaster">
      <pc:chgData name="Laura Rossi" userId="5d77e58c-c860-4ccf-864e-f598a7b97137" providerId="ADAL" clId="{CE044DEF-4AC1-4718-B57A-6F9D5E452A60}" dt="2023-10-05T09:27:05.291" v="16" actId="1076"/>
      <pc:docMkLst>
        <pc:docMk/>
      </pc:docMkLst>
      <pc:sldChg chg="delSp mod">
        <pc:chgData name="Laura Rossi" userId="5d77e58c-c860-4ccf-864e-f598a7b97137" providerId="ADAL" clId="{CE044DEF-4AC1-4718-B57A-6F9D5E452A60}" dt="2023-10-05T09:24:15.138" v="0" actId="478"/>
        <pc:sldMkLst>
          <pc:docMk/>
          <pc:sldMk cId="2541393976" sldId="278"/>
        </pc:sldMkLst>
        <pc:spChg chg="del">
          <ac:chgData name="Laura Rossi" userId="5d77e58c-c860-4ccf-864e-f598a7b97137" providerId="ADAL" clId="{CE044DEF-4AC1-4718-B57A-6F9D5E452A60}" dt="2023-10-05T09:24:15.138" v="0" actId="478"/>
          <ac:spMkLst>
            <pc:docMk/>
            <pc:sldMk cId="2541393976" sldId="278"/>
            <ac:spMk id="2" creationId="{5CEEF2CB-EDB3-1047-9B23-B9EA1F40785E}"/>
          </ac:spMkLst>
        </pc:spChg>
        <pc:spChg chg="del">
          <ac:chgData name="Laura Rossi" userId="5d77e58c-c860-4ccf-864e-f598a7b97137" providerId="ADAL" clId="{CE044DEF-4AC1-4718-B57A-6F9D5E452A60}" dt="2023-10-05T09:24:15.138" v="0" actId="478"/>
          <ac:spMkLst>
            <pc:docMk/>
            <pc:sldMk cId="2541393976" sldId="278"/>
            <ac:spMk id="8" creationId="{F2C257F3-46F4-4D3F-886B-8D4B1ED112BF}"/>
          </ac:spMkLst>
        </pc:spChg>
        <pc:spChg chg="del">
          <ac:chgData name="Laura Rossi" userId="5d77e58c-c860-4ccf-864e-f598a7b97137" providerId="ADAL" clId="{CE044DEF-4AC1-4718-B57A-6F9D5E452A60}" dt="2023-10-05T09:24:15.138" v="0" actId="478"/>
          <ac:spMkLst>
            <pc:docMk/>
            <pc:sldMk cId="2541393976" sldId="278"/>
            <ac:spMk id="10" creationId="{AA347A83-B443-4D0B-AD14-5F9CE4DAC375}"/>
          </ac:spMkLst>
        </pc:spChg>
      </pc:sldChg>
      <pc:sldChg chg="delSp mod">
        <pc:chgData name="Laura Rossi" userId="5d77e58c-c860-4ccf-864e-f598a7b97137" providerId="ADAL" clId="{CE044DEF-4AC1-4718-B57A-6F9D5E452A60}" dt="2023-10-05T09:24:18.230" v="1" actId="478"/>
        <pc:sldMkLst>
          <pc:docMk/>
          <pc:sldMk cId="3712120763" sldId="279"/>
        </pc:sldMkLst>
        <pc:spChg chg="del">
          <ac:chgData name="Laura Rossi" userId="5d77e58c-c860-4ccf-864e-f598a7b97137" providerId="ADAL" clId="{CE044DEF-4AC1-4718-B57A-6F9D5E452A60}" dt="2023-10-05T09:24:18.230" v="1" actId="478"/>
          <ac:spMkLst>
            <pc:docMk/>
            <pc:sldMk cId="3712120763" sldId="279"/>
            <ac:spMk id="2" creationId="{C226ADCB-8FF5-C24A-B405-FCDC10B4EDFB}"/>
          </ac:spMkLst>
        </pc:spChg>
        <pc:spChg chg="del">
          <ac:chgData name="Laura Rossi" userId="5d77e58c-c860-4ccf-864e-f598a7b97137" providerId="ADAL" clId="{CE044DEF-4AC1-4718-B57A-6F9D5E452A60}" dt="2023-10-05T09:24:18.230" v="1" actId="478"/>
          <ac:spMkLst>
            <pc:docMk/>
            <pc:sldMk cId="3712120763" sldId="279"/>
            <ac:spMk id="9" creationId="{B75FF640-5645-41F2-A83C-4C441971E275}"/>
          </ac:spMkLst>
        </pc:spChg>
        <pc:spChg chg="del">
          <ac:chgData name="Laura Rossi" userId="5d77e58c-c860-4ccf-864e-f598a7b97137" providerId="ADAL" clId="{CE044DEF-4AC1-4718-B57A-6F9D5E452A60}" dt="2023-10-05T09:24:18.230" v="1" actId="478"/>
          <ac:spMkLst>
            <pc:docMk/>
            <pc:sldMk cId="3712120763" sldId="279"/>
            <ac:spMk id="10" creationId="{B318280D-0157-42FA-92D6-A20E27073521}"/>
          </ac:spMkLst>
        </pc:spChg>
      </pc:sldChg>
      <pc:sldChg chg="delSp mod">
        <pc:chgData name="Laura Rossi" userId="5d77e58c-c860-4ccf-864e-f598a7b97137" providerId="ADAL" clId="{CE044DEF-4AC1-4718-B57A-6F9D5E452A60}" dt="2023-10-05T09:24:20.983" v="2" actId="478"/>
        <pc:sldMkLst>
          <pc:docMk/>
          <pc:sldMk cId="3373210712" sldId="280"/>
        </pc:sldMkLst>
        <pc:spChg chg="del">
          <ac:chgData name="Laura Rossi" userId="5d77e58c-c860-4ccf-864e-f598a7b97137" providerId="ADAL" clId="{CE044DEF-4AC1-4718-B57A-6F9D5E452A60}" dt="2023-10-05T09:24:20.983" v="2" actId="478"/>
          <ac:spMkLst>
            <pc:docMk/>
            <pc:sldMk cId="3373210712" sldId="280"/>
            <ac:spMk id="2" creationId="{53026F8D-6F16-804C-931C-2F874EADE3B2}"/>
          </ac:spMkLst>
        </pc:spChg>
        <pc:spChg chg="del">
          <ac:chgData name="Laura Rossi" userId="5d77e58c-c860-4ccf-864e-f598a7b97137" providerId="ADAL" clId="{CE044DEF-4AC1-4718-B57A-6F9D5E452A60}" dt="2023-10-05T09:24:20.983" v="2" actId="478"/>
          <ac:spMkLst>
            <pc:docMk/>
            <pc:sldMk cId="3373210712" sldId="280"/>
            <ac:spMk id="9" creationId="{A5E801A8-DB7E-4022-9A0E-9427E0FA15B2}"/>
          </ac:spMkLst>
        </pc:spChg>
        <pc:spChg chg="del">
          <ac:chgData name="Laura Rossi" userId="5d77e58c-c860-4ccf-864e-f598a7b97137" providerId="ADAL" clId="{CE044DEF-4AC1-4718-B57A-6F9D5E452A60}" dt="2023-10-05T09:24:20.983" v="2" actId="478"/>
          <ac:spMkLst>
            <pc:docMk/>
            <pc:sldMk cId="3373210712" sldId="280"/>
            <ac:spMk id="10" creationId="{5602C740-6833-461A-B119-651D5BCFAC09}"/>
          </ac:spMkLst>
        </pc:spChg>
      </pc:sldChg>
      <pc:sldChg chg="delSp mod">
        <pc:chgData name="Laura Rossi" userId="5d77e58c-c860-4ccf-864e-f598a7b97137" providerId="ADAL" clId="{CE044DEF-4AC1-4718-B57A-6F9D5E452A60}" dt="2023-10-05T09:24:22.934" v="3" actId="478"/>
        <pc:sldMkLst>
          <pc:docMk/>
          <pc:sldMk cId="2824193697" sldId="281"/>
        </pc:sldMkLst>
        <pc:spChg chg="del">
          <ac:chgData name="Laura Rossi" userId="5d77e58c-c860-4ccf-864e-f598a7b97137" providerId="ADAL" clId="{CE044DEF-4AC1-4718-B57A-6F9D5E452A60}" dt="2023-10-05T09:24:22.934" v="3" actId="478"/>
          <ac:spMkLst>
            <pc:docMk/>
            <pc:sldMk cId="2824193697" sldId="281"/>
            <ac:spMk id="2" creationId="{E10C640D-6939-6B40-8BC6-EB6F2FC95960}"/>
          </ac:spMkLst>
        </pc:spChg>
        <pc:spChg chg="del">
          <ac:chgData name="Laura Rossi" userId="5d77e58c-c860-4ccf-864e-f598a7b97137" providerId="ADAL" clId="{CE044DEF-4AC1-4718-B57A-6F9D5E452A60}" dt="2023-10-05T09:24:22.934" v="3" actId="478"/>
          <ac:spMkLst>
            <pc:docMk/>
            <pc:sldMk cId="2824193697" sldId="281"/>
            <ac:spMk id="14" creationId="{1B5D5D20-135F-4B29-86DB-B2C403B56AA3}"/>
          </ac:spMkLst>
        </pc:spChg>
        <pc:spChg chg="del">
          <ac:chgData name="Laura Rossi" userId="5d77e58c-c860-4ccf-864e-f598a7b97137" providerId="ADAL" clId="{CE044DEF-4AC1-4718-B57A-6F9D5E452A60}" dt="2023-10-05T09:24:22.934" v="3" actId="478"/>
          <ac:spMkLst>
            <pc:docMk/>
            <pc:sldMk cId="2824193697" sldId="281"/>
            <ac:spMk id="15" creationId="{F30DA926-0C4E-42E2-93F0-AECCCCFBBF27}"/>
          </ac:spMkLst>
        </pc:spChg>
      </pc:sldChg>
      <pc:sldChg chg="delSp mod">
        <pc:chgData name="Laura Rossi" userId="5d77e58c-c860-4ccf-864e-f598a7b97137" providerId="ADAL" clId="{CE044DEF-4AC1-4718-B57A-6F9D5E452A60}" dt="2023-10-05T09:24:24.992" v="4" actId="478"/>
        <pc:sldMkLst>
          <pc:docMk/>
          <pc:sldMk cId="584343332" sldId="282"/>
        </pc:sldMkLst>
        <pc:spChg chg="del">
          <ac:chgData name="Laura Rossi" userId="5d77e58c-c860-4ccf-864e-f598a7b97137" providerId="ADAL" clId="{CE044DEF-4AC1-4718-B57A-6F9D5E452A60}" dt="2023-10-05T09:24:24.992" v="4" actId="478"/>
          <ac:spMkLst>
            <pc:docMk/>
            <pc:sldMk cId="584343332" sldId="282"/>
            <ac:spMk id="2" creationId="{C96422FC-BA54-2C4C-9AF6-FE4E04DF2B2B}"/>
          </ac:spMkLst>
        </pc:spChg>
        <pc:spChg chg="del">
          <ac:chgData name="Laura Rossi" userId="5d77e58c-c860-4ccf-864e-f598a7b97137" providerId="ADAL" clId="{CE044DEF-4AC1-4718-B57A-6F9D5E452A60}" dt="2023-10-05T09:24:24.992" v="4" actId="478"/>
          <ac:spMkLst>
            <pc:docMk/>
            <pc:sldMk cId="584343332" sldId="282"/>
            <ac:spMk id="6" creationId="{2D93C8FD-80E0-4B83-975E-71BDD25A2EA7}"/>
          </ac:spMkLst>
        </pc:spChg>
        <pc:spChg chg="del">
          <ac:chgData name="Laura Rossi" userId="5d77e58c-c860-4ccf-864e-f598a7b97137" providerId="ADAL" clId="{CE044DEF-4AC1-4718-B57A-6F9D5E452A60}" dt="2023-10-05T09:24:24.992" v="4" actId="478"/>
          <ac:spMkLst>
            <pc:docMk/>
            <pc:sldMk cId="584343332" sldId="282"/>
            <ac:spMk id="7" creationId="{3169DDC5-7C57-479B-AAF0-8C85B23BCE21}"/>
          </ac:spMkLst>
        </pc:spChg>
      </pc:sldChg>
      <pc:sldMasterChg chg="addSp delSp modSp mod">
        <pc:chgData name="Laura Rossi" userId="5d77e58c-c860-4ccf-864e-f598a7b97137" providerId="ADAL" clId="{CE044DEF-4AC1-4718-B57A-6F9D5E452A60}" dt="2023-10-05T09:27:05.291" v="16" actId="1076"/>
        <pc:sldMasterMkLst>
          <pc:docMk/>
          <pc:sldMasterMk cId="1270490001" sldId="2147483660"/>
        </pc:sldMasterMkLst>
        <pc:spChg chg="add del mod">
          <ac:chgData name="Laura Rossi" userId="5d77e58c-c860-4ccf-864e-f598a7b97137" providerId="ADAL" clId="{CE044DEF-4AC1-4718-B57A-6F9D5E452A60}" dt="2023-10-05T09:26:26.168" v="9"/>
          <ac:spMkLst>
            <pc:docMk/>
            <pc:sldMasterMk cId="1270490001" sldId="2147483660"/>
            <ac:spMk id="5" creationId="{181C4140-8538-4FFE-8163-523E7716F54F}"/>
          </ac:spMkLst>
        </pc:spChg>
        <pc:spChg chg="add del mod">
          <ac:chgData name="Laura Rossi" userId="5d77e58c-c860-4ccf-864e-f598a7b97137" providerId="ADAL" clId="{CE044DEF-4AC1-4718-B57A-6F9D5E452A60}" dt="2023-10-05T09:26:26.168" v="9"/>
          <ac:spMkLst>
            <pc:docMk/>
            <pc:sldMasterMk cId="1270490001" sldId="2147483660"/>
            <ac:spMk id="6" creationId="{10C73E6E-1FD6-43E9-BD04-4F0C4BCE84FD}"/>
          </ac:spMkLst>
        </pc:spChg>
        <pc:spChg chg="add del mod">
          <ac:chgData name="Laura Rossi" userId="5d77e58c-c860-4ccf-864e-f598a7b97137" providerId="ADAL" clId="{CE044DEF-4AC1-4718-B57A-6F9D5E452A60}" dt="2023-10-05T09:26:26.168" v="9"/>
          <ac:spMkLst>
            <pc:docMk/>
            <pc:sldMasterMk cId="1270490001" sldId="2147483660"/>
            <ac:spMk id="7" creationId="{3F355EAD-A5B1-4E6F-B9D2-17438A02293B}"/>
          </ac:spMkLst>
        </pc:spChg>
        <pc:spChg chg="del">
          <ac:chgData name="Laura Rossi" userId="5d77e58c-c860-4ccf-864e-f598a7b97137" providerId="ADAL" clId="{CE044DEF-4AC1-4718-B57A-6F9D5E452A60}" dt="2023-10-05T09:26:22.739" v="7" actId="478"/>
          <ac:spMkLst>
            <pc:docMk/>
            <pc:sldMasterMk cId="1270490001" sldId="2147483660"/>
            <ac:spMk id="8" creationId="{55AB864B-3BBD-984F-A134-E9153476CD23}"/>
          </ac:spMkLst>
        </pc:spChg>
        <pc:spChg chg="del">
          <ac:chgData name="Laura Rossi" userId="5d77e58c-c860-4ccf-864e-f598a7b97137" providerId="ADAL" clId="{CE044DEF-4AC1-4718-B57A-6F9D5E452A60}" dt="2023-10-05T09:26:22.739" v="7" actId="478"/>
          <ac:spMkLst>
            <pc:docMk/>
            <pc:sldMasterMk cId="1270490001" sldId="2147483660"/>
            <ac:spMk id="9" creationId="{A885EA45-D0A5-B145-8B59-08C8ECE1B85F}"/>
          </ac:spMkLst>
        </pc:spChg>
        <pc:spChg chg="add del mod">
          <ac:chgData name="Laura Rossi" userId="5d77e58c-c860-4ccf-864e-f598a7b97137" providerId="ADAL" clId="{CE044DEF-4AC1-4718-B57A-6F9D5E452A60}" dt="2023-10-05T09:26:26.168" v="9"/>
          <ac:spMkLst>
            <pc:docMk/>
            <pc:sldMasterMk cId="1270490001" sldId="2147483660"/>
            <ac:spMk id="10" creationId="{5D954E47-7236-43A8-ACC3-ECC50D4E3482}"/>
          </ac:spMkLst>
        </pc:spChg>
        <pc:spChg chg="add mod">
          <ac:chgData name="Laura Rossi" userId="5d77e58c-c860-4ccf-864e-f598a7b97137" providerId="ADAL" clId="{CE044DEF-4AC1-4718-B57A-6F9D5E452A60}" dt="2023-10-05T09:26:55.568" v="14" actId="1076"/>
          <ac:spMkLst>
            <pc:docMk/>
            <pc:sldMasterMk cId="1270490001" sldId="2147483660"/>
            <ac:spMk id="11" creationId="{2B15A6D4-8A22-4650-9546-0050ADC91089}"/>
          </ac:spMkLst>
        </pc:spChg>
        <pc:spChg chg="add mod">
          <ac:chgData name="Laura Rossi" userId="5d77e58c-c860-4ccf-864e-f598a7b97137" providerId="ADAL" clId="{CE044DEF-4AC1-4718-B57A-6F9D5E452A60}" dt="2023-10-05T09:27:00.711" v="15" actId="1076"/>
          <ac:spMkLst>
            <pc:docMk/>
            <pc:sldMasterMk cId="1270490001" sldId="2147483660"/>
            <ac:spMk id="12" creationId="{C92F650E-0BB3-40DC-8E25-3AF9F1F12AEF}"/>
          </ac:spMkLst>
        </pc:spChg>
        <pc:spChg chg="add mod">
          <ac:chgData name="Laura Rossi" userId="5d77e58c-c860-4ccf-864e-f598a7b97137" providerId="ADAL" clId="{CE044DEF-4AC1-4718-B57A-6F9D5E452A60}" dt="2023-10-05T09:27:05.291" v="16" actId="1076"/>
          <ac:spMkLst>
            <pc:docMk/>
            <pc:sldMasterMk cId="1270490001" sldId="2147483660"/>
            <ac:spMk id="13" creationId="{509C21BD-B162-4A51-8DAD-62D92A07FA72}"/>
          </ac:spMkLst>
        </pc:spChg>
        <pc:spChg chg="add mod">
          <ac:chgData name="Laura Rossi" userId="5d77e58c-c860-4ccf-864e-f598a7b97137" providerId="ADAL" clId="{CE044DEF-4AC1-4718-B57A-6F9D5E452A60}" dt="2023-10-05T09:26:55.568" v="14" actId="1076"/>
          <ac:spMkLst>
            <pc:docMk/>
            <pc:sldMasterMk cId="1270490001" sldId="2147483660"/>
            <ac:spMk id="14" creationId="{B4BD5F86-CB97-4F4B-B706-67993737E45A}"/>
          </ac:spMkLst>
        </pc:spChg>
      </pc:sldMasterChg>
      <pc:sldMasterChg chg="addSp delSp modSp mod">
        <pc:chgData name="Laura Rossi" userId="5d77e58c-c860-4ccf-864e-f598a7b97137" providerId="ADAL" clId="{CE044DEF-4AC1-4718-B57A-6F9D5E452A60}" dt="2023-10-05T09:25:48.272" v="6"/>
        <pc:sldMasterMkLst>
          <pc:docMk/>
          <pc:sldMasterMk cId="248034793" sldId="2147483680"/>
        </pc:sldMasterMkLst>
        <pc:picChg chg="del">
          <ac:chgData name="Laura Rossi" userId="5d77e58c-c860-4ccf-864e-f598a7b97137" providerId="ADAL" clId="{CE044DEF-4AC1-4718-B57A-6F9D5E452A60}" dt="2023-10-05T09:24:36.086" v="5" actId="478"/>
          <ac:picMkLst>
            <pc:docMk/>
            <pc:sldMasterMk cId="248034793" sldId="2147483680"/>
            <ac:picMk id="3" creationId="{D9832BAC-8895-4254-B7B7-DABCDEC75B82}"/>
          </ac:picMkLst>
        </pc:picChg>
        <pc:picChg chg="add mod">
          <ac:chgData name="Laura Rossi" userId="5d77e58c-c860-4ccf-864e-f598a7b97137" providerId="ADAL" clId="{CE044DEF-4AC1-4718-B57A-6F9D5E452A60}" dt="2023-10-05T09:25:48.272" v="6"/>
          <ac:picMkLst>
            <pc:docMk/>
            <pc:sldMasterMk cId="248034793" sldId="2147483680"/>
            <ac:picMk id="4" creationId="{39EFF6DA-8AEB-4F82-8969-8BCDA4501B83}"/>
          </ac:picMkLst>
        </pc:picChg>
      </pc:sldMasterChg>
    </pc:docChg>
  </pc:docChgLst>
  <pc:docChgLst>
    <pc:chgData name="Laura Rossi" userId="5d77e58c-c860-4ccf-864e-f598a7b97137" providerId="ADAL" clId="{CE86A7E0-7A63-4DFD-B921-F1F31A5A6512}"/>
    <pc:docChg chg="custSel modSld">
      <pc:chgData name="Laura Rossi" userId="5d77e58c-c860-4ccf-864e-f598a7b97137" providerId="ADAL" clId="{CE86A7E0-7A63-4DFD-B921-F1F31A5A6512}" dt="2022-04-06T08:38:45.471" v="104" actId="403"/>
      <pc:docMkLst>
        <pc:docMk/>
      </pc:docMkLst>
      <pc:sldChg chg="modSp">
        <pc:chgData name="Laura Rossi" userId="5d77e58c-c860-4ccf-864e-f598a7b97137" providerId="ADAL" clId="{CE86A7E0-7A63-4DFD-B921-F1F31A5A6512}" dt="2022-04-06T08:38:45.471" v="104" actId="403"/>
        <pc:sldMkLst>
          <pc:docMk/>
          <pc:sldMk cId="1274771481" sldId="260"/>
        </pc:sldMkLst>
        <pc:spChg chg="mod">
          <ac:chgData name="Laura Rossi" userId="5d77e58c-c860-4ccf-864e-f598a7b97137" providerId="ADAL" clId="{CE86A7E0-7A63-4DFD-B921-F1F31A5A6512}" dt="2022-04-06T08:38:45.471" v="104" actId="403"/>
          <ac:spMkLst>
            <pc:docMk/>
            <pc:sldMk cId="1274771481" sldId="260"/>
            <ac:spMk id="2" creationId="{25E8F598-5F50-3A4E-82EB-8A423F6B2A93}"/>
          </ac:spMkLst>
        </pc:spChg>
      </pc:sldChg>
      <pc:sldChg chg="modSp">
        <pc:chgData name="Laura Rossi" userId="5d77e58c-c860-4ccf-864e-f598a7b97137" providerId="ADAL" clId="{CE86A7E0-7A63-4DFD-B921-F1F31A5A6512}" dt="2022-04-06T08:38:40.743" v="100" actId="1076"/>
        <pc:sldMkLst>
          <pc:docMk/>
          <pc:sldMk cId="2541393976" sldId="278"/>
        </pc:sldMkLst>
        <pc:spChg chg="mod">
          <ac:chgData name="Laura Rossi" userId="5d77e58c-c860-4ccf-864e-f598a7b97137" providerId="ADAL" clId="{CE86A7E0-7A63-4DFD-B921-F1F31A5A6512}" dt="2022-04-06T08:38:40.743" v="100" actId="1076"/>
          <ac:spMkLst>
            <pc:docMk/>
            <pc:sldMk cId="2541393976" sldId="278"/>
            <ac:spMk id="4" creationId="{966420A3-80E2-154B-A0D0-8099559BB01E}"/>
          </ac:spMkLst>
        </pc:spChg>
        <pc:spChg chg="mod">
          <ac:chgData name="Laura Rossi" userId="5d77e58c-c860-4ccf-864e-f598a7b97137" providerId="ADAL" clId="{CE86A7E0-7A63-4DFD-B921-F1F31A5A6512}" dt="2022-04-06T08:36:57.676" v="85" actId="1037"/>
          <ac:spMkLst>
            <pc:docMk/>
            <pc:sldMk cId="2541393976" sldId="278"/>
            <ac:spMk id="6" creationId="{DA1A6BF6-D51E-7448-A4E6-42F16098B3E1}"/>
          </ac:spMkLst>
        </pc:spChg>
        <pc:cxnChg chg="mod">
          <ac:chgData name="Laura Rossi" userId="5d77e58c-c860-4ccf-864e-f598a7b97137" providerId="ADAL" clId="{CE86A7E0-7A63-4DFD-B921-F1F31A5A6512}" dt="2022-04-06T08:36:53.876" v="67" actId="1037"/>
          <ac:cxnSpMkLst>
            <pc:docMk/>
            <pc:sldMk cId="2541393976" sldId="278"/>
            <ac:cxnSpMk id="5" creationId="{799CC05F-2350-764C-9BA2-713BE2FE5C2F}"/>
          </ac:cxnSpMkLst>
        </pc:cxnChg>
      </pc:sldChg>
      <pc:sldChg chg="addSp delSp modSp">
        <pc:chgData name="Laura Rossi" userId="5d77e58c-c860-4ccf-864e-f598a7b97137" providerId="ADAL" clId="{CE86A7E0-7A63-4DFD-B921-F1F31A5A6512}" dt="2022-04-06T08:36:43.276" v="27" actId="1035"/>
        <pc:sldMkLst>
          <pc:docMk/>
          <pc:sldMk cId="3712120763" sldId="279"/>
        </pc:sldMkLst>
        <pc:spChg chg="del">
          <ac:chgData name="Laura Rossi" userId="5d77e58c-c860-4ccf-864e-f598a7b97137" providerId="ADAL" clId="{CE86A7E0-7A63-4DFD-B921-F1F31A5A6512}" dt="2022-04-06T08:36:13.181" v="0" actId="478"/>
          <ac:spMkLst>
            <pc:docMk/>
            <pc:sldMk cId="3712120763" sldId="279"/>
            <ac:spMk id="5" creationId="{6645DE0F-8441-7045-AFC5-EBC723034AB2}"/>
          </ac:spMkLst>
        </pc:spChg>
        <pc:spChg chg="del">
          <ac:chgData name="Laura Rossi" userId="5d77e58c-c860-4ccf-864e-f598a7b97137" providerId="ADAL" clId="{CE86A7E0-7A63-4DFD-B921-F1F31A5A6512}" dt="2022-04-06T08:36:13.181" v="0" actId="478"/>
          <ac:spMkLst>
            <pc:docMk/>
            <pc:sldMk cId="3712120763" sldId="279"/>
            <ac:spMk id="6" creationId="{45F92B5D-4994-F342-A16D-E52D334E1C5E}"/>
          </ac:spMkLst>
        </pc:spChg>
        <pc:spChg chg="add del">
          <ac:chgData name="Laura Rossi" userId="5d77e58c-c860-4ccf-864e-f598a7b97137" providerId="ADAL" clId="{CE86A7E0-7A63-4DFD-B921-F1F31A5A6512}" dt="2022-04-06T08:36:15.052" v="2"/>
          <ac:spMkLst>
            <pc:docMk/>
            <pc:sldMk cId="3712120763" sldId="279"/>
            <ac:spMk id="11" creationId="{ACA8F278-4AEE-4C41-A18B-284D458CFE53}"/>
          </ac:spMkLst>
        </pc:spChg>
        <pc:spChg chg="add del">
          <ac:chgData name="Laura Rossi" userId="5d77e58c-c860-4ccf-864e-f598a7b97137" providerId="ADAL" clId="{CE86A7E0-7A63-4DFD-B921-F1F31A5A6512}" dt="2022-04-06T08:36:15.052" v="2"/>
          <ac:spMkLst>
            <pc:docMk/>
            <pc:sldMk cId="3712120763" sldId="279"/>
            <ac:spMk id="12" creationId="{06084A03-7381-4500-A89E-417C6E1CED89}"/>
          </ac:spMkLst>
        </pc:spChg>
        <pc:spChg chg="add mod">
          <ac:chgData name="Laura Rossi" userId="5d77e58c-c860-4ccf-864e-f598a7b97137" providerId="ADAL" clId="{CE86A7E0-7A63-4DFD-B921-F1F31A5A6512}" dt="2022-04-06T08:36:31.460" v="11" actId="20577"/>
          <ac:spMkLst>
            <pc:docMk/>
            <pc:sldMk cId="3712120763" sldId="279"/>
            <ac:spMk id="13" creationId="{07FAF0A7-81BF-4B96-BCE6-1579EC533F76}"/>
          </ac:spMkLst>
        </pc:spChg>
        <pc:spChg chg="add mod">
          <ac:chgData name="Laura Rossi" userId="5d77e58c-c860-4ccf-864e-f598a7b97137" providerId="ADAL" clId="{CE86A7E0-7A63-4DFD-B921-F1F31A5A6512}" dt="2022-04-06T08:36:43.276" v="27" actId="1035"/>
          <ac:spMkLst>
            <pc:docMk/>
            <pc:sldMk cId="3712120763" sldId="279"/>
            <ac:spMk id="14" creationId="{AEA9FC7A-676D-4510-BE57-918961454B6C}"/>
          </ac:spMkLst>
        </pc:spChg>
        <pc:cxnChg chg="del">
          <ac:chgData name="Laura Rossi" userId="5d77e58c-c860-4ccf-864e-f598a7b97137" providerId="ADAL" clId="{CE86A7E0-7A63-4DFD-B921-F1F31A5A6512}" dt="2022-04-06T08:36:13.181" v="0" actId="478"/>
          <ac:cxnSpMkLst>
            <pc:docMk/>
            <pc:sldMk cId="3712120763" sldId="279"/>
            <ac:cxnSpMk id="7" creationId="{146DF506-C237-E641-B693-ADD3D34E5188}"/>
          </ac:cxnSpMkLst>
        </pc:cxnChg>
        <pc:cxnChg chg="add mod">
          <ac:chgData name="Laura Rossi" userId="5d77e58c-c860-4ccf-864e-f598a7b97137" providerId="ADAL" clId="{CE86A7E0-7A63-4DFD-B921-F1F31A5A6512}" dt="2022-04-06T08:36:26.550" v="5" actId="14100"/>
          <ac:cxnSpMkLst>
            <pc:docMk/>
            <pc:sldMk cId="3712120763" sldId="279"/>
            <ac:cxnSpMk id="15" creationId="{639F0126-E5B5-4B6D-82ED-3385CCFE26BA}"/>
          </ac:cxnSpMkLst>
        </pc:cxnChg>
      </pc:sldChg>
      <pc:sldChg chg="addSp delSp modSp">
        <pc:chgData name="Laura Rossi" userId="5d77e58c-c860-4ccf-864e-f598a7b97137" providerId="ADAL" clId="{CE86A7E0-7A63-4DFD-B921-F1F31A5A6512}" dt="2022-04-06T08:38:00.961" v="97"/>
        <pc:sldMkLst>
          <pc:docMk/>
          <pc:sldMk cId="3373210712" sldId="280"/>
        </pc:sldMkLst>
        <pc:spChg chg="del">
          <ac:chgData name="Laura Rossi" userId="5d77e58c-c860-4ccf-864e-f598a7b97137" providerId="ADAL" clId="{CE86A7E0-7A63-4DFD-B921-F1F31A5A6512}" dt="2022-04-06T08:37:22.972" v="89" actId="478"/>
          <ac:spMkLst>
            <pc:docMk/>
            <pc:sldMk cId="3373210712" sldId="280"/>
            <ac:spMk id="5" creationId="{58151D61-65D4-6E47-B5BB-7496F7A0D4AB}"/>
          </ac:spMkLst>
        </pc:spChg>
        <pc:spChg chg="del">
          <ac:chgData name="Laura Rossi" userId="5d77e58c-c860-4ccf-864e-f598a7b97137" providerId="ADAL" clId="{CE86A7E0-7A63-4DFD-B921-F1F31A5A6512}" dt="2022-04-06T08:37:22.972" v="89" actId="478"/>
          <ac:spMkLst>
            <pc:docMk/>
            <pc:sldMk cId="3373210712" sldId="280"/>
            <ac:spMk id="6" creationId="{AEB9CFCC-6EF7-C244-97D7-8FB2C6D39DFE}"/>
          </ac:spMkLst>
        </pc:spChg>
        <pc:spChg chg="add">
          <ac:chgData name="Laura Rossi" userId="5d77e58c-c860-4ccf-864e-f598a7b97137" providerId="ADAL" clId="{CE86A7E0-7A63-4DFD-B921-F1F31A5A6512}" dt="2022-04-06T08:37:28.384" v="91"/>
          <ac:spMkLst>
            <pc:docMk/>
            <pc:sldMk cId="3373210712" sldId="280"/>
            <ac:spMk id="12" creationId="{DE4B8839-8B73-4448-8BA5-15B7B3207320}"/>
          </ac:spMkLst>
        </pc:spChg>
        <pc:spChg chg="add">
          <ac:chgData name="Laura Rossi" userId="5d77e58c-c860-4ccf-864e-f598a7b97137" providerId="ADAL" clId="{CE86A7E0-7A63-4DFD-B921-F1F31A5A6512}" dt="2022-04-06T08:37:28.384" v="91"/>
          <ac:spMkLst>
            <pc:docMk/>
            <pc:sldMk cId="3373210712" sldId="280"/>
            <ac:spMk id="13" creationId="{1017F139-0B6C-44BF-98B7-1F44D14F204F}"/>
          </ac:spMkLst>
        </pc:spChg>
        <pc:cxnChg chg="del">
          <ac:chgData name="Laura Rossi" userId="5d77e58c-c860-4ccf-864e-f598a7b97137" providerId="ADAL" clId="{CE86A7E0-7A63-4DFD-B921-F1F31A5A6512}" dt="2022-04-06T08:37:22.972" v="89" actId="478"/>
          <ac:cxnSpMkLst>
            <pc:docMk/>
            <pc:sldMk cId="3373210712" sldId="280"/>
            <ac:cxnSpMk id="7" creationId="{6921AB2A-B8FE-B241-91E7-6AD4E89293FC}"/>
          </ac:cxnSpMkLst>
        </pc:cxnChg>
        <pc:cxnChg chg="add del">
          <ac:chgData name="Laura Rossi" userId="5d77e58c-c860-4ccf-864e-f598a7b97137" providerId="ADAL" clId="{CE86A7E0-7A63-4DFD-B921-F1F31A5A6512}" dt="2022-04-06T08:37:32.365" v="92" actId="478"/>
          <ac:cxnSpMkLst>
            <pc:docMk/>
            <pc:sldMk cId="3373210712" sldId="280"/>
            <ac:cxnSpMk id="11" creationId="{6616B5CF-9093-4B94-B582-4E85B8CEDDF4}"/>
          </ac:cxnSpMkLst>
        </pc:cxnChg>
        <pc:cxnChg chg="add del mod">
          <ac:chgData name="Laura Rossi" userId="5d77e58c-c860-4ccf-864e-f598a7b97137" providerId="ADAL" clId="{CE86A7E0-7A63-4DFD-B921-F1F31A5A6512}" dt="2022-04-06T08:37:57.437" v="96" actId="478"/>
          <ac:cxnSpMkLst>
            <pc:docMk/>
            <pc:sldMk cId="3373210712" sldId="280"/>
            <ac:cxnSpMk id="14" creationId="{19B4E523-F3FD-4F5E-9C96-742C9BCF247F}"/>
          </ac:cxnSpMkLst>
        </pc:cxnChg>
        <pc:cxnChg chg="add">
          <ac:chgData name="Laura Rossi" userId="5d77e58c-c860-4ccf-864e-f598a7b97137" providerId="ADAL" clId="{CE86A7E0-7A63-4DFD-B921-F1F31A5A6512}" dt="2022-04-06T08:38:00.961" v="97"/>
          <ac:cxnSpMkLst>
            <pc:docMk/>
            <pc:sldMk cId="3373210712" sldId="280"/>
            <ac:cxnSpMk id="15" creationId="{96F66CF6-ABED-437C-B47E-858C0CF9363C}"/>
          </ac:cxnSpMkLst>
        </pc:cxnChg>
      </pc:sldChg>
      <pc:sldChg chg="addSp delSp">
        <pc:chgData name="Laura Rossi" userId="5d77e58c-c860-4ccf-864e-f598a7b97137" providerId="ADAL" clId="{CE86A7E0-7A63-4DFD-B921-F1F31A5A6512}" dt="2022-04-06T08:38:18.663" v="99"/>
        <pc:sldMkLst>
          <pc:docMk/>
          <pc:sldMk cId="2824193697" sldId="281"/>
        </pc:sldMkLst>
        <pc:spChg chg="del">
          <ac:chgData name="Laura Rossi" userId="5d77e58c-c860-4ccf-864e-f598a7b97137" providerId="ADAL" clId="{CE86A7E0-7A63-4DFD-B921-F1F31A5A6512}" dt="2022-04-06T08:38:18.389" v="98" actId="478"/>
          <ac:spMkLst>
            <pc:docMk/>
            <pc:sldMk cId="2824193697" sldId="281"/>
            <ac:spMk id="10" creationId="{859FAD95-0EFD-4826-91BA-9C4BC0901C23}"/>
          </ac:spMkLst>
        </pc:spChg>
        <pc:spChg chg="del">
          <ac:chgData name="Laura Rossi" userId="5d77e58c-c860-4ccf-864e-f598a7b97137" providerId="ADAL" clId="{CE86A7E0-7A63-4DFD-B921-F1F31A5A6512}" dt="2022-04-06T08:38:18.389" v="98" actId="478"/>
          <ac:spMkLst>
            <pc:docMk/>
            <pc:sldMk cId="2824193697" sldId="281"/>
            <ac:spMk id="11" creationId="{070BD327-C464-4280-AA45-15A9319E28EB}"/>
          </ac:spMkLst>
        </pc:spChg>
        <pc:spChg chg="add">
          <ac:chgData name="Laura Rossi" userId="5d77e58c-c860-4ccf-864e-f598a7b97137" providerId="ADAL" clId="{CE86A7E0-7A63-4DFD-B921-F1F31A5A6512}" dt="2022-04-06T08:38:18.663" v="99"/>
          <ac:spMkLst>
            <pc:docMk/>
            <pc:sldMk cId="2824193697" sldId="281"/>
            <ac:spMk id="16" creationId="{EA73D42E-EE5D-4629-9748-47CD02CB59C5}"/>
          </ac:spMkLst>
        </pc:spChg>
        <pc:spChg chg="add">
          <ac:chgData name="Laura Rossi" userId="5d77e58c-c860-4ccf-864e-f598a7b97137" providerId="ADAL" clId="{CE86A7E0-7A63-4DFD-B921-F1F31A5A6512}" dt="2022-04-06T08:38:18.663" v="99"/>
          <ac:spMkLst>
            <pc:docMk/>
            <pc:sldMk cId="2824193697" sldId="281"/>
            <ac:spMk id="17" creationId="{BB8E2CE1-008C-47D4-8FB6-777FCC2AAC23}"/>
          </ac:spMkLst>
        </pc:spChg>
        <pc:cxnChg chg="del">
          <ac:chgData name="Laura Rossi" userId="5d77e58c-c860-4ccf-864e-f598a7b97137" providerId="ADAL" clId="{CE86A7E0-7A63-4DFD-B921-F1F31A5A6512}" dt="2022-04-06T08:38:18.389" v="98" actId="478"/>
          <ac:cxnSpMkLst>
            <pc:docMk/>
            <pc:sldMk cId="2824193697" sldId="281"/>
            <ac:cxnSpMk id="12" creationId="{5C1D7B66-4F8B-4416-8927-65287983F44E}"/>
          </ac:cxnSpMkLst>
        </pc:cxnChg>
        <pc:cxnChg chg="add">
          <ac:chgData name="Laura Rossi" userId="5d77e58c-c860-4ccf-864e-f598a7b97137" providerId="ADAL" clId="{CE86A7E0-7A63-4DFD-B921-F1F31A5A6512}" dt="2022-04-06T08:38:18.663" v="99"/>
          <ac:cxnSpMkLst>
            <pc:docMk/>
            <pc:sldMk cId="2824193697" sldId="281"/>
            <ac:cxnSpMk id="18" creationId="{8864C58E-01C7-4DF7-8114-2BE2D58C234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A44A9-6290-694A-ACC8-C79EE054FF0D}" type="datetimeFigureOut">
              <a:rPr lang="it-IT" smtClean="0"/>
              <a:t>28/10/2024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7F3CA-429F-A048-AC51-CCCAD48588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0714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/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numero diapositiva 2">
            <a:extLst>
              <a:ext uri="{FF2B5EF4-FFF2-40B4-BE49-F238E27FC236}">
                <a16:creationId xmlns:a16="http://schemas.microsoft.com/office/drawing/2014/main" id="{A8B102D5-41FF-CA47-B81A-55055A567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3151" y="48479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0627E-E74E-4158-B0B8-195692C10262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4" name="Segnaposto piè di pagina 1">
            <a:extLst>
              <a:ext uri="{FF2B5EF4-FFF2-40B4-BE49-F238E27FC236}">
                <a16:creationId xmlns:a16="http://schemas.microsoft.com/office/drawing/2014/main" id="{B9C9F70E-4200-1B47-9E6A-D3F048F33A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5587" y="484285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Topic or Department | 01.01.2021</a:t>
            </a:r>
            <a:endParaRPr lang="it-IT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9228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ver / 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9D6703C0-A162-44DA-9702-F1100D89A0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1236" y="0"/>
            <a:ext cx="2559896" cy="362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011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/ ultima di 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242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6B262D4B-A19C-4A40-BA37-D43A2627DF9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37928" y="-341194"/>
            <a:ext cx="881619" cy="1247064"/>
          </a:xfrm>
          <a:prstGeom prst="rect">
            <a:avLst/>
          </a:prstGeom>
        </p:spPr>
      </p:pic>
      <p:sp>
        <p:nvSpPr>
          <p:cNvPr id="11" name="Segnaposto data 13">
            <a:extLst>
              <a:ext uri="{FF2B5EF4-FFF2-40B4-BE49-F238E27FC236}">
                <a16:creationId xmlns:a16="http://schemas.microsoft.com/office/drawing/2014/main" id="{2B15A6D4-8A22-4650-9546-0050ADC91089}"/>
              </a:ext>
            </a:extLst>
          </p:cNvPr>
          <p:cNvSpPr txBox="1">
            <a:spLocks/>
          </p:cNvSpPr>
          <p:nvPr userDrawn="1"/>
        </p:nvSpPr>
        <p:spPr>
          <a:xfrm>
            <a:off x="875312" y="4709692"/>
            <a:ext cx="81023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685800" rtl="0" eaLnBrk="1" latinLnBrk="0" hangingPunct="1">
              <a:defRPr lang="it-IT" sz="600" kern="1200" smtClean="0">
                <a:solidFill>
                  <a:srgbClr val="898989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EE03D-AD4B-4AFC-A4B9-A08C6026B629}" type="datetimeFigureOut">
              <a:rPr kumimoji="0" lang="it-IT" sz="8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Franklin Gothic Book" panose="020B0503020102020204" pitchFamily="34" charset="0"/>
                <a:ea typeface="+mn-ea"/>
                <a:cs typeface="+mn-cs"/>
              </a:rPr>
              <a:pPr marL="0" marR="0" lvl="0" indent="0" algn="ctr" defTabSz="1219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28/10/2024</a:t>
            </a:fld>
            <a:endParaRPr kumimoji="0" lang="it-IT" sz="8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Franklin Gothic Book" panose="020B0503020102020204" pitchFamily="34" charset="0"/>
              <a:ea typeface="+mn-ea"/>
              <a:cs typeface="+mn-cs"/>
            </a:endParaRPr>
          </a:p>
        </p:txBody>
      </p:sp>
      <p:sp>
        <p:nvSpPr>
          <p:cNvPr id="12" name="Segnaposto numero diapositiva 1">
            <a:extLst>
              <a:ext uri="{FF2B5EF4-FFF2-40B4-BE49-F238E27FC236}">
                <a16:creationId xmlns:a16="http://schemas.microsoft.com/office/drawing/2014/main" id="{C92F650E-0BB3-40DC-8E25-3AF9F1F12AEF}"/>
              </a:ext>
            </a:extLst>
          </p:cNvPr>
          <p:cNvSpPr txBox="1">
            <a:spLocks/>
          </p:cNvSpPr>
          <p:nvPr userDrawn="1"/>
        </p:nvSpPr>
        <p:spPr>
          <a:xfrm>
            <a:off x="6031249" y="4771232"/>
            <a:ext cx="2743200" cy="36618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70627E-E74E-4158-B0B8-195692C10262}" type="slidenum">
              <a:rPr kumimoji="0" lang="it-IT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‹N›</a:t>
            </a:fld>
            <a:endParaRPr kumimoji="0" lang="it-IT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09C21BD-B162-4A51-8DAD-62D92A07FA72}"/>
              </a:ext>
            </a:extLst>
          </p:cNvPr>
          <p:cNvSpPr txBox="1"/>
          <p:nvPr userDrawn="1"/>
        </p:nvSpPr>
        <p:spPr>
          <a:xfrm>
            <a:off x="4037238" y="4807443"/>
            <a:ext cx="1069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Demi" panose="020B0703020102020204" pitchFamily="34" charset="0"/>
                <a:ea typeface="+mn-ea"/>
                <a:cs typeface="+mn-cs"/>
              </a:rPr>
              <a:t>Strictly confidential</a:t>
            </a:r>
            <a:endParaRPr kumimoji="0" lang="it-IT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Demi" panose="020B0703020102020204" pitchFamily="34" charset="0"/>
              <a:ea typeface="+mn-ea"/>
              <a:cs typeface="+mn-cs"/>
            </a:endParaRPr>
          </a:p>
        </p:txBody>
      </p:sp>
      <p:sp>
        <p:nvSpPr>
          <p:cNvPr id="14" name="Segnaposto piè di pagina 8">
            <a:extLst>
              <a:ext uri="{FF2B5EF4-FFF2-40B4-BE49-F238E27FC236}">
                <a16:creationId xmlns:a16="http://schemas.microsoft.com/office/drawing/2014/main" id="{B4BD5F86-CB97-4F4B-B706-67993737E45A}"/>
              </a:ext>
            </a:extLst>
          </p:cNvPr>
          <p:cNvSpPr txBox="1">
            <a:spLocks/>
          </p:cNvSpPr>
          <p:nvPr userDrawn="1"/>
        </p:nvSpPr>
        <p:spPr>
          <a:xfrm>
            <a:off x="369551" y="4782609"/>
            <a:ext cx="1514933" cy="36618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Marketing|</a:t>
            </a:r>
            <a:endParaRPr kumimoji="0" lang="it-IT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0490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560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67FB36E1-2C12-B24B-199B-7FFD84821B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86"/>
            <a:ext cx="9144000" cy="51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34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25E8F598-5F50-3A4E-82EB-8A423F6B2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203" y="3296594"/>
            <a:ext cx="414668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it-IT" altLang="it-IT" sz="3200" dirty="0">
                <a:solidFill>
                  <a:sysClr val="windowText" lastClr="000000"/>
                </a:solidFill>
                <a:latin typeface="Franklin Gothic Book"/>
                <a:ea typeface="+mj-ea"/>
                <a:cs typeface="+mj-cs"/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274771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>
            <a:extLst>
              <a:ext uri="{FF2B5EF4-FFF2-40B4-BE49-F238E27FC236}">
                <a16:creationId xmlns:a16="http://schemas.microsoft.com/office/drawing/2014/main" id="{966420A3-80E2-154B-A0D0-8099559BB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6475" y="594260"/>
            <a:ext cx="2524579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altLang="it-IT" sz="2100" dirty="0">
                <a:solidFill>
                  <a:sysClr val="windowText" lastClr="000000"/>
                </a:solidFill>
                <a:latin typeface="Franklin Gothic Book"/>
                <a:ea typeface="+mj-ea"/>
                <a:cs typeface="+mj-cs"/>
              </a:rPr>
              <a:t>INDICE/INDEX</a:t>
            </a:r>
          </a:p>
        </p:txBody>
      </p:sp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799CC05F-2350-764C-9BA2-713BE2FE5C2F}"/>
              </a:ext>
            </a:extLst>
          </p:cNvPr>
          <p:cNvCxnSpPr>
            <a:cxnSpLocks/>
          </p:cNvCxnSpPr>
          <p:nvPr/>
        </p:nvCxnSpPr>
        <p:spPr>
          <a:xfrm>
            <a:off x="2026476" y="594260"/>
            <a:ext cx="0" cy="439615"/>
          </a:xfrm>
          <a:prstGeom prst="line">
            <a:avLst/>
          </a:prstGeom>
          <a:ln>
            <a:solidFill>
              <a:srgbClr val="E50514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Rettangolo 5">
            <a:extLst>
              <a:ext uri="{FF2B5EF4-FFF2-40B4-BE49-F238E27FC236}">
                <a16:creationId xmlns:a16="http://schemas.microsoft.com/office/drawing/2014/main" id="{DA1A6BF6-D51E-7448-A4E6-42F16098B3E1}"/>
              </a:ext>
            </a:extLst>
          </p:cNvPr>
          <p:cNvSpPr/>
          <p:nvPr/>
        </p:nvSpPr>
        <p:spPr>
          <a:xfrm>
            <a:off x="2826172" y="1412392"/>
            <a:ext cx="2300800" cy="2868991"/>
          </a:xfrm>
          <a:prstGeom prst="rect">
            <a:avLst/>
          </a:prstGeom>
        </p:spPr>
        <p:txBody>
          <a:bodyPr wrap="square" lIns="72000" tIns="0" rIns="72000" bIns="0" anchor="t">
            <a:spAutoFit/>
          </a:bodyPr>
          <a:lstStyle/>
          <a:p>
            <a:pPr algn="just">
              <a:lnSpc>
                <a:spcPct val="150000"/>
              </a:lnSpc>
              <a:buClr>
                <a:srgbClr val="E50514"/>
              </a:buClr>
              <a:buSzPct val="80000"/>
              <a:tabLst>
                <a:tab pos="352425" algn="l"/>
              </a:tabLst>
            </a:pPr>
            <a:r>
              <a:rPr lang="it-IT" sz="1400" dirty="0" err="1">
                <a:latin typeface="Franklin Gothic Book" panose="020B0503020102020204" pitchFamily="34" charset="0"/>
              </a:rPr>
              <a:t>n</a:t>
            </a:r>
            <a:r>
              <a:rPr lang="it-IT" sz="1400" dirty="0">
                <a:latin typeface="Franklin Gothic Book" panose="020B0503020102020204" pitchFamily="34" charset="0"/>
              </a:rPr>
              <a:t>	Title /Titolo</a:t>
            </a:r>
          </a:p>
          <a:p>
            <a:pPr algn="just">
              <a:lnSpc>
                <a:spcPct val="150000"/>
              </a:lnSpc>
              <a:buClr>
                <a:srgbClr val="E50514"/>
              </a:buClr>
              <a:buSzPct val="80000"/>
              <a:tabLst>
                <a:tab pos="352425" algn="l"/>
              </a:tabLst>
            </a:pPr>
            <a:r>
              <a:rPr lang="it-IT" sz="1400" dirty="0" err="1">
                <a:latin typeface="Franklin Gothic Book" panose="020B0503020102020204" pitchFamily="34" charset="0"/>
              </a:rPr>
              <a:t>n</a:t>
            </a:r>
            <a:r>
              <a:rPr lang="it-IT" sz="1400" dirty="0">
                <a:latin typeface="Franklin Gothic Book" panose="020B0503020102020204" pitchFamily="34" charset="0"/>
              </a:rPr>
              <a:t>	 Title /Titolo</a:t>
            </a:r>
          </a:p>
          <a:p>
            <a:pPr algn="just">
              <a:lnSpc>
                <a:spcPct val="150000"/>
              </a:lnSpc>
              <a:buClr>
                <a:srgbClr val="E50514"/>
              </a:buClr>
              <a:buSzPct val="80000"/>
              <a:tabLst>
                <a:tab pos="352425" algn="l"/>
              </a:tabLst>
            </a:pPr>
            <a:r>
              <a:rPr lang="it-IT" sz="1400" dirty="0" err="1">
                <a:latin typeface="Franklin Gothic Book" panose="020B0503020102020204" pitchFamily="34" charset="0"/>
              </a:rPr>
              <a:t>n</a:t>
            </a:r>
            <a:r>
              <a:rPr lang="it-IT" sz="1400" dirty="0">
                <a:latin typeface="Franklin Gothic Book" panose="020B0503020102020204" pitchFamily="34" charset="0"/>
              </a:rPr>
              <a:t> 	Title /Titolo</a:t>
            </a:r>
          </a:p>
          <a:p>
            <a:pPr algn="just">
              <a:lnSpc>
                <a:spcPct val="150000"/>
              </a:lnSpc>
              <a:buClr>
                <a:srgbClr val="E50514"/>
              </a:buClr>
              <a:buSzPct val="80000"/>
              <a:tabLst>
                <a:tab pos="352425" algn="l"/>
              </a:tabLst>
            </a:pPr>
            <a:r>
              <a:rPr lang="it-IT" sz="1400" dirty="0" err="1">
                <a:latin typeface="Franklin Gothic Book" panose="020B0503020102020204" pitchFamily="34" charset="0"/>
              </a:rPr>
              <a:t>n</a:t>
            </a:r>
            <a:r>
              <a:rPr lang="it-IT" sz="1400" dirty="0">
                <a:latin typeface="Franklin Gothic Book" panose="020B0503020102020204" pitchFamily="34" charset="0"/>
              </a:rPr>
              <a:t> 	Title /Titolo</a:t>
            </a:r>
          </a:p>
          <a:p>
            <a:pPr algn="just">
              <a:lnSpc>
                <a:spcPct val="150000"/>
              </a:lnSpc>
              <a:buClr>
                <a:srgbClr val="E50514"/>
              </a:buClr>
              <a:buSzPct val="80000"/>
              <a:tabLst>
                <a:tab pos="352425" algn="l"/>
              </a:tabLst>
            </a:pPr>
            <a:r>
              <a:rPr lang="it-IT" sz="1400" dirty="0" err="1">
                <a:latin typeface="Franklin Gothic Book" panose="020B0503020102020204" pitchFamily="34" charset="0"/>
              </a:rPr>
              <a:t>n</a:t>
            </a:r>
            <a:r>
              <a:rPr lang="it-IT" sz="1400" dirty="0">
                <a:latin typeface="Franklin Gothic Book" panose="020B0503020102020204" pitchFamily="34" charset="0"/>
              </a:rPr>
              <a:t> 	Title /Titolo</a:t>
            </a:r>
          </a:p>
          <a:p>
            <a:pPr algn="just">
              <a:lnSpc>
                <a:spcPct val="150000"/>
              </a:lnSpc>
              <a:buClr>
                <a:srgbClr val="E50514"/>
              </a:buClr>
              <a:buSzPct val="80000"/>
              <a:tabLst>
                <a:tab pos="352425" algn="l"/>
              </a:tabLst>
            </a:pPr>
            <a:r>
              <a:rPr lang="it-IT" sz="1400" dirty="0" err="1">
                <a:latin typeface="Franklin Gothic Book" panose="020B0503020102020204" pitchFamily="34" charset="0"/>
              </a:rPr>
              <a:t>n</a:t>
            </a:r>
            <a:r>
              <a:rPr lang="it-IT" sz="1400" dirty="0">
                <a:latin typeface="Franklin Gothic Book" panose="020B0503020102020204" pitchFamily="34" charset="0"/>
              </a:rPr>
              <a:t> 	Title /Titolo</a:t>
            </a:r>
          </a:p>
          <a:p>
            <a:pPr algn="just">
              <a:lnSpc>
                <a:spcPct val="150000"/>
              </a:lnSpc>
              <a:buClr>
                <a:srgbClr val="E50514"/>
              </a:buClr>
              <a:buSzPct val="80000"/>
              <a:tabLst>
                <a:tab pos="352425" algn="l"/>
              </a:tabLst>
            </a:pPr>
            <a:r>
              <a:rPr lang="it-IT" sz="1400" dirty="0" err="1">
                <a:latin typeface="Franklin Gothic Book" panose="020B0503020102020204" pitchFamily="34" charset="0"/>
              </a:rPr>
              <a:t>n</a:t>
            </a:r>
            <a:r>
              <a:rPr lang="it-IT" sz="1400" dirty="0">
                <a:latin typeface="Franklin Gothic Book" panose="020B0503020102020204" pitchFamily="34" charset="0"/>
              </a:rPr>
              <a:t> 	Title /Titolo</a:t>
            </a:r>
          </a:p>
          <a:p>
            <a:pPr algn="just">
              <a:lnSpc>
                <a:spcPct val="150000"/>
              </a:lnSpc>
              <a:buClr>
                <a:srgbClr val="E50514"/>
              </a:buClr>
              <a:buSzPct val="80000"/>
              <a:tabLst>
                <a:tab pos="352425" algn="l"/>
              </a:tabLst>
            </a:pPr>
            <a:r>
              <a:rPr lang="it-IT" sz="1400" dirty="0" err="1">
                <a:latin typeface="Franklin Gothic Book" panose="020B0503020102020204" pitchFamily="34" charset="0"/>
              </a:rPr>
              <a:t>n</a:t>
            </a:r>
            <a:r>
              <a:rPr lang="it-IT" sz="1400" dirty="0">
                <a:latin typeface="Franklin Gothic Book" panose="020B0503020102020204" pitchFamily="34" charset="0"/>
              </a:rPr>
              <a:t> 	Title /Titolo</a:t>
            </a:r>
          </a:p>
          <a:p>
            <a:pPr algn="just">
              <a:lnSpc>
                <a:spcPct val="150000"/>
              </a:lnSpc>
              <a:buClr>
                <a:srgbClr val="E50514"/>
              </a:buClr>
              <a:buSzPct val="80000"/>
              <a:tabLst>
                <a:tab pos="352425" algn="l"/>
              </a:tabLst>
            </a:pPr>
            <a:r>
              <a:rPr lang="it-IT" sz="1400" dirty="0" err="1">
                <a:latin typeface="Franklin Gothic Book" panose="020B0503020102020204" pitchFamily="34" charset="0"/>
              </a:rPr>
              <a:t>n</a:t>
            </a:r>
            <a:r>
              <a:rPr lang="it-IT" sz="1400" dirty="0">
                <a:latin typeface="Franklin Gothic Book" panose="020B0503020102020204" pitchFamily="34" charset="0"/>
              </a:rPr>
              <a:t> 	Title /Titolo</a:t>
            </a:r>
          </a:p>
        </p:txBody>
      </p:sp>
    </p:spTree>
    <p:extLst>
      <p:ext uri="{BB962C8B-B14F-4D97-AF65-F5344CB8AC3E}">
        <p14:creationId xmlns:p14="http://schemas.microsoft.com/office/powerpoint/2010/main" val="2541393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1">
            <a:extLst>
              <a:ext uri="{FF2B5EF4-FFF2-40B4-BE49-F238E27FC236}">
                <a16:creationId xmlns:a16="http://schemas.microsoft.com/office/drawing/2014/main" id="{D9A8EA5F-7452-194A-8A38-9B046C4CE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827" y="1599068"/>
            <a:ext cx="829244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sz="1400" dirty="0" err="1">
                <a:latin typeface="Franklin Gothic Book" panose="020B0503020102020204" pitchFamily="34" charset="0"/>
              </a:rPr>
              <a:t>Paragraph</a:t>
            </a:r>
            <a:r>
              <a:rPr lang="it-IT" sz="1400" dirty="0">
                <a:latin typeface="Franklin Gothic Book" panose="020B0503020102020204" pitchFamily="34" charset="0"/>
              </a:rPr>
              <a:t> text / Paragrafo di testo.</a:t>
            </a:r>
          </a:p>
          <a:p>
            <a:r>
              <a:rPr lang="it-IT" sz="1400" dirty="0" err="1">
                <a:latin typeface="Franklin Gothic Book" panose="020B0503020102020204" pitchFamily="34" charset="0"/>
              </a:rPr>
              <a:t>Udiationsed</a:t>
            </a:r>
            <a:r>
              <a:rPr lang="it-IT" sz="1400" dirty="0">
                <a:latin typeface="Franklin Gothic Book" panose="020B0503020102020204" pitchFamily="34" charset="0"/>
              </a:rPr>
              <a:t> quo </a:t>
            </a:r>
            <a:r>
              <a:rPr lang="it-IT" sz="1400" dirty="0" err="1">
                <a:latin typeface="Franklin Gothic Book" panose="020B0503020102020204" pitchFamily="34" charset="0"/>
              </a:rPr>
              <a:t>modignam</a:t>
            </a:r>
            <a:r>
              <a:rPr lang="it-IT" sz="1400" dirty="0">
                <a:latin typeface="Franklin Gothic Book" panose="020B0503020102020204" pitchFamily="34" charset="0"/>
              </a:rPr>
              <a:t>, </a:t>
            </a:r>
            <a:r>
              <a:rPr lang="it-IT" sz="1400" dirty="0" err="1">
                <a:latin typeface="Franklin Gothic Book" panose="020B0503020102020204" pitchFamily="34" charset="0"/>
              </a:rPr>
              <a:t>nis</a:t>
            </a:r>
            <a:r>
              <a:rPr lang="it-IT" sz="1400" dirty="0">
                <a:latin typeface="Franklin Gothic Book" panose="020B0503020102020204" pitchFamily="34" charset="0"/>
              </a:rPr>
              <a:t> alite </a:t>
            </a:r>
            <a:r>
              <a:rPr lang="it-IT" sz="1400" dirty="0" err="1">
                <a:latin typeface="Franklin Gothic Book" panose="020B0503020102020204" pitchFamily="34" charset="0"/>
              </a:rPr>
              <a:t>corepuditas</a:t>
            </a:r>
            <a:r>
              <a:rPr lang="it-IT" sz="1400" dirty="0">
                <a:latin typeface="Franklin Gothic Book" panose="020B0503020102020204" pitchFamily="34" charset="0"/>
              </a:rPr>
              <a:t> ex et </a:t>
            </a:r>
            <a:r>
              <a:rPr lang="it-IT" sz="1400" dirty="0" err="1">
                <a:latin typeface="Franklin Gothic Book" panose="020B0503020102020204" pitchFamily="34" charset="0"/>
              </a:rPr>
              <a:t>vereicatiae</a:t>
            </a:r>
            <a:r>
              <a:rPr lang="it-IT" sz="1400" dirty="0">
                <a:latin typeface="Franklin Gothic Book" panose="020B0503020102020204" pitchFamily="34" charset="0"/>
              </a:rPr>
              <a:t> </a:t>
            </a:r>
            <a:r>
              <a:rPr lang="it-IT" sz="1400" dirty="0" err="1">
                <a:latin typeface="Franklin Gothic Book" panose="020B0503020102020204" pitchFamily="34" charset="0"/>
              </a:rPr>
              <a:t>perepellant</a:t>
            </a:r>
            <a:r>
              <a:rPr lang="it-IT" sz="1400" dirty="0">
                <a:latin typeface="Franklin Gothic Book" panose="020B0503020102020204" pitchFamily="34" charset="0"/>
              </a:rPr>
              <a:t>.</a:t>
            </a:r>
          </a:p>
          <a:p>
            <a:r>
              <a:rPr lang="it-IT" sz="1400" dirty="0" err="1">
                <a:latin typeface="Franklin Gothic Book" panose="020B0503020102020204" pitchFamily="34" charset="0"/>
              </a:rPr>
              <a:t>Um</a:t>
            </a:r>
            <a:r>
              <a:rPr lang="it-IT" sz="1400" dirty="0">
                <a:latin typeface="Franklin Gothic Book" panose="020B0503020102020204" pitchFamily="34" charset="0"/>
              </a:rPr>
              <a:t> </a:t>
            </a:r>
            <a:r>
              <a:rPr lang="it-IT" sz="1400" dirty="0" err="1">
                <a:latin typeface="Franklin Gothic Book" panose="020B0503020102020204" pitchFamily="34" charset="0"/>
              </a:rPr>
              <a:t>num</a:t>
            </a:r>
            <a:r>
              <a:rPr lang="it-IT" sz="1400" dirty="0">
                <a:latin typeface="Franklin Gothic Book" panose="020B0503020102020204" pitchFamily="34" charset="0"/>
              </a:rPr>
              <a:t>, </a:t>
            </a:r>
            <a:r>
              <a:rPr lang="it-IT" sz="1400" dirty="0" err="1">
                <a:latin typeface="Franklin Gothic Book" panose="020B0503020102020204" pitchFamily="34" charset="0"/>
              </a:rPr>
              <a:t>ommo</a:t>
            </a:r>
            <a:r>
              <a:rPr lang="it-IT" sz="1400" dirty="0">
                <a:latin typeface="Franklin Gothic Book" panose="020B0503020102020204" pitchFamily="34" charset="0"/>
              </a:rPr>
              <a:t> ma </a:t>
            </a:r>
            <a:r>
              <a:rPr lang="it-IT" sz="1400" dirty="0" err="1">
                <a:latin typeface="Franklin Gothic Book" panose="020B0503020102020204" pitchFamily="34" charset="0"/>
              </a:rPr>
              <a:t>nobis</a:t>
            </a:r>
            <a:r>
              <a:rPr lang="it-IT" sz="1400" dirty="0">
                <a:latin typeface="Franklin Gothic Book" panose="020B0503020102020204" pitchFamily="34" charset="0"/>
              </a:rPr>
              <a:t> aut </a:t>
            </a:r>
            <a:r>
              <a:rPr lang="it-IT" sz="1400" dirty="0" err="1">
                <a:latin typeface="Franklin Gothic Book" panose="020B0503020102020204" pitchFamily="34" charset="0"/>
              </a:rPr>
              <a:t>magnatio</a:t>
            </a:r>
            <a:r>
              <a:rPr lang="it-IT" sz="1400" dirty="0">
                <a:latin typeface="Franklin Gothic Book" panose="020B0503020102020204" pitchFamily="34" charset="0"/>
              </a:rPr>
              <a:t> </a:t>
            </a:r>
            <a:r>
              <a:rPr lang="it-IT" sz="1400" dirty="0" err="1">
                <a:latin typeface="Franklin Gothic Book" panose="020B0503020102020204" pitchFamily="34" charset="0"/>
              </a:rPr>
              <a:t>elique</a:t>
            </a:r>
            <a:r>
              <a:rPr lang="it-IT" sz="1400" dirty="0">
                <a:latin typeface="Franklin Gothic Book" panose="020B0503020102020204" pitchFamily="34" charset="0"/>
              </a:rPr>
              <a:t> </a:t>
            </a:r>
            <a:r>
              <a:rPr lang="it-IT" sz="1400" dirty="0" err="1">
                <a:latin typeface="Franklin Gothic Book" panose="020B0503020102020204" pitchFamily="34" charset="0"/>
              </a:rPr>
              <a:t>venis</a:t>
            </a:r>
            <a:r>
              <a:rPr lang="it-IT" sz="1400" dirty="0">
                <a:latin typeface="Franklin Gothic Book" panose="020B0503020102020204" pitchFamily="34" charset="0"/>
              </a:rPr>
              <a:t> core </a:t>
            </a:r>
            <a:r>
              <a:rPr lang="it-IT" sz="1400" dirty="0" err="1">
                <a:latin typeface="Franklin Gothic Book" panose="020B0503020102020204" pitchFamily="34" charset="0"/>
              </a:rPr>
              <a:t>nobit</a:t>
            </a:r>
            <a:r>
              <a:rPr lang="it-IT" sz="1400" dirty="0">
                <a:latin typeface="Franklin Gothic Book" panose="020B0503020102020204" pitchFamily="34" charset="0"/>
              </a:rPr>
              <a:t> quo et aut </a:t>
            </a:r>
            <a:r>
              <a:rPr lang="it-IT" sz="1400" dirty="0" err="1">
                <a:latin typeface="Franklin Gothic Book" panose="020B0503020102020204" pitchFamily="34" charset="0"/>
              </a:rPr>
              <a:t>verepta</a:t>
            </a:r>
            <a:r>
              <a:rPr lang="it-IT" sz="1400" dirty="0">
                <a:latin typeface="Franklin Gothic Book" panose="020B0503020102020204" pitchFamily="34" charset="0"/>
              </a:rPr>
              <a:t> </a:t>
            </a:r>
            <a:r>
              <a:rPr lang="it-IT" sz="1400" dirty="0" err="1">
                <a:latin typeface="Franklin Gothic Book" panose="020B0503020102020204" pitchFamily="34" charset="0"/>
              </a:rPr>
              <a:t>dolessinimi</a:t>
            </a:r>
            <a:r>
              <a:rPr lang="it-IT" sz="1400" dirty="0">
                <a:latin typeface="Franklin Gothic Book" panose="020B0503020102020204" pitchFamily="34" charset="0"/>
              </a:rPr>
              <a:t>, </a:t>
            </a:r>
            <a:r>
              <a:rPr lang="it-IT" sz="1400" dirty="0" err="1">
                <a:latin typeface="Franklin Gothic Book" panose="020B0503020102020204" pitchFamily="34" charset="0"/>
              </a:rPr>
              <a:t>consequunt</a:t>
            </a:r>
            <a:r>
              <a:rPr lang="it-IT" sz="1400" dirty="0">
                <a:latin typeface="Franklin Gothic Book" panose="020B0503020102020204" pitchFamily="34" charset="0"/>
              </a:rPr>
              <a:t> </a:t>
            </a:r>
            <a:r>
              <a:rPr lang="it-IT" sz="1400" dirty="0" err="1">
                <a:latin typeface="Franklin Gothic Book" panose="020B0503020102020204" pitchFamily="34" charset="0"/>
              </a:rPr>
              <a:t>omnis</a:t>
            </a:r>
            <a:r>
              <a:rPr lang="it-IT" sz="1400" dirty="0">
                <a:latin typeface="Franklin Gothic Book" panose="020B0503020102020204" pitchFamily="34" charset="0"/>
              </a:rPr>
              <a:t> </a:t>
            </a:r>
            <a:r>
              <a:rPr lang="it-IT" sz="1400" dirty="0" err="1">
                <a:latin typeface="Franklin Gothic Book" panose="020B0503020102020204" pitchFamily="34" charset="0"/>
              </a:rPr>
              <a:t>nust</a:t>
            </a:r>
            <a:r>
              <a:rPr lang="it-IT" sz="1400" dirty="0">
                <a:latin typeface="Franklin Gothic Book" panose="020B0503020102020204" pitchFamily="34" charset="0"/>
              </a:rPr>
              <a:t> </a:t>
            </a:r>
            <a:r>
              <a:rPr lang="it-IT" sz="1400" dirty="0" err="1">
                <a:latin typeface="Franklin Gothic Book" panose="020B0503020102020204" pitchFamily="34" charset="0"/>
              </a:rPr>
              <a:t>reped</a:t>
            </a:r>
            <a:r>
              <a:rPr lang="it-IT" sz="1400" dirty="0">
                <a:latin typeface="Franklin Gothic Book" panose="020B0503020102020204" pitchFamily="34" charset="0"/>
              </a:rPr>
              <a:t> </a:t>
            </a:r>
            <a:r>
              <a:rPr lang="it-IT" sz="1400" dirty="0" err="1">
                <a:latin typeface="Franklin Gothic Book" panose="020B0503020102020204" pitchFamily="34" charset="0"/>
              </a:rPr>
              <a:t>exerum</a:t>
            </a:r>
            <a:r>
              <a:rPr lang="it-IT" sz="1400" dirty="0">
                <a:latin typeface="Franklin Gothic Book" panose="020B0503020102020204" pitchFamily="34" charset="0"/>
              </a:rPr>
              <a:t> </a:t>
            </a:r>
            <a:r>
              <a:rPr lang="it-IT" sz="1400" dirty="0" err="1">
                <a:latin typeface="Franklin Gothic Book" panose="020B0503020102020204" pitchFamily="34" charset="0"/>
              </a:rPr>
              <a:t>ipid</a:t>
            </a:r>
            <a:r>
              <a:rPr lang="it-IT" sz="1400" dirty="0">
                <a:latin typeface="Franklin Gothic Book" panose="020B0503020102020204" pitchFamily="34" charset="0"/>
              </a:rPr>
              <a:t> </a:t>
            </a:r>
            <a:r>
              <a:rPr lang="it-IT" sz="1400" dirty="0" err="1">
                <a:latin typeface="Franklin Gothic Book" panose="020B0503020102020204" pitchFamily="34" charset="0"/>
              </a:rPr>
              <a:t>unt</a:t>
            </a:r>
            <a:r>
              <a:rPr lang="it-IT" sz="1400" dirty="0">
                <a:latin typeface="Franklin Gothic Book" panose="020B0503020102020204" pitchFamily="34" charset="0"/>
              </a:rPr>
              <a:t>.</a:t>
            </a:r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07FAF0A7-81BF-4B96-BCE6-1579EC533F76}"/>
              </a:ext>
            </a:extLst>
          </p:cNvPr>
          <p:cNvSpPr txBox="1">
            <a:spLocks/>
          </p:cNvSpPr>
          <p:nvPr/>
        </p:nvSpPr>
        <p:spPr>
          <a:xfrm>
            <a:off x="178337" y="160690"/>
            <a:ext cx="7127548" cy="33137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1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t>TITLE</a:t>
            </a:r>
            <a:endParaRPr kumimoji="0" lang="it-IT" sz="21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14" name="Sottotitolo 2">
            <a:extLst>
              <a:ext uri="{FF2B5EF4-FFF2-40B4-BE49-F238E27FC236}">
                <a16:creationId xmlns:a16="http://schemas.microsoft.com/office/drawing/2014/main" id="{AEA9FC7A-676D-4510-BE57-918961454B6C}"/>
              </a:ext>
            </a:extLst>
          </p:cNvPr>
          <p:cNvSpPr txBox="1">
            <a:spLocks/>
          </p:cNvSpPr>
          <p:nvPr/>
        </p:nvSpPr>
        <p:spPr>
          <a:xfrm>
            <a:off x="214779" y="550657"/>
            <a:ext cx="7642476" cy="387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E50514"/>
              </a:buClr>
              <a:buFont typeface="Arial" panose="020B0604020202020204" pitchFamily="34" charset="0"/>
              <a:buNone/>
              <a:defRPr sz="1500" b="0" kern="1200">
                <a:solidFill>
                  <a:srgbClr val="898989"/>
                </a:solidFill>
                <a:latin typeface="Franklin Gothic Demi" panose="020B0703020102020204" pitchFamily="34" charset="0"/>
                <a:ea typeface="+mn-ea"/>
                <a:cs typeface="+mn-cs"/>
              </a:defRPr>
            </a:lvl1pPr>
            <a:lvl2pPr marL="25717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E50514"/>
              </a:buClr>
              <a:buFont typeface="Arial" panose="020B0604020202020204" pitchFamily="34" charset="0"/>
              <a:buNone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E50514"/>
              </a:buClr>
              <a:buFont typeface="Arial" panose="020B0604020202020204" pitchFamily="34" charset="0"/>
              <a:buNone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15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E50514"/>
              </a:buClr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E50514"/>
              </a:buClr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587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4305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002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5051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it-IT" dirty="0"/>
              <a:t>Subtitle</a:t>
            </a:r>
            <a:endParaRPr kumimoji="0" lang="en-US" altLang="it-IT" sz="15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Franklin Gothic Demi" panose="020B0703020102020204" pitchFamily="34" charset="0"/>
              <a:ea typeface="+mn-ea"/>
              <a:cs typeface="+mn-cs"/>
            </a:endParaRPr>
          </a:p>
        </p:txBody>
      </p:sp>
      <p:cxnSp>
        <p:nvCxnSpPr>
          <p:cNvPr id="15" name="Connettore 1 6">
            <a:extLst>
              <a:ext uri="{FF2B5EF4-FFF2-40B4-BE49-F238E27FC236}">
                <a16:creationId xmlns:a16="http://schemas.microsoft.com/office/drawing/2014/main" id="{639F0126-E5B5-4B6D-82ED-3385CCFE26BA}"/>
              </a:ext>
            </a:extLst>
          </p:cNvPr>
          <p:cNvCxnSpPr>
            <a:cxnSpLocks/>
          </p:cNvCxnSpPr>
          <p:nvPr/>
        </p:nvCxnSpPr>
        <p:spPr>
          <a:xfrm>
            <a:off x="214779" y="160690"/>
            <a:ext cx="0" cy="603487"/>
          </a:xfrm>
          <a:prstGeom prst="line">
            <a:avLst/>
          </a:prstGeom>
          <a:ln>
            <a:solidFill>
              <a:srgbClr val="E50514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120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8F9B3AEC-8FEB-B34B-A049-49F26982E581}"/>
              </a:ext>
            </a:extLst>
          </p:cNvPr>
          <p:cNvSpPr/>
          <p:nvPr/>
        </p:nvSpPr>
        <p:spPr>
          <a:xfrm>
            <a:off x="224827" y="1599067"/>
            <a:ext cx="6063343" cy="929998"/>
          </a:xfrm>
          <a:prstGeom prst="rect">
            <a:avLst/>
          </a:prstGeom>
        </p:spPr>
        <p:txBody>
          <a:bodyPr wrap="square" lIns="72000" tIns="0" rIns="72000" bIns="0" anchor="t">
            <a:spAutoFit/>
          </a:bodyPr>
          <a:lstStyle/>
          <a:p>
            <a:pPr algn="just">
              <a:lnSpc>
                <a:spcPct val="110000"/>
              </a:lnSpc>
              <a:buSzPct val="85000"/>
            </a:pPr>
            <a:r>
              <a:rPr lang="it-IT" altLang="it-IT" sz="1400" dirty="0" err="1">
                <a:latin typeface="Franklin Gothic Book" panose="020B0503020102020204" pitchFamily="34" charset="0"/>
              </a:rPr>
              <a:t>Bulleted</a:t>
            </a:r>
            <a:r>
              <a:rPr lang="it-IT" altLang="it-IT" sz="1400" dirty="0">
                <a:latin typeface="Franklin Gothic Book" panose="020B0503020102020204" pitchFamily="34" charset="0"/>
              </a:rPr>
              <a:t> List / Elenco puntato:</a:t>
            </a:r>
          </a:p>
          <a:p>
            <a:pPr marL="171450" indent="-171450" algn="just">
              <a:lnSpc>
                <a:spcPct val="110000"/>
              </a:lnSpc>
              <a:buClr>
                <a:srgbClr val="E50514"/>
              </a:buClr>
              <a:buSzPct val="80000"/>
              <a:buBlip>
                <a:blip r:embed="rId2"/>
              </a:buBlip>
            </a:pPr>
            <a:r>
              <a:rPr lang="it-IT" sz="1400" dirty="0" err="1">
                <a:latin typeface="Franklin Gothic Book" panose="020B0503020102020204" pitchFamily="34" charset="0"/>
              </a:rPr>
              <a:t>Udiationsed</a:t>
            </a:r>
            <a:r>
              <a:rPr lang="it-IT" sz="1400" dirty="0">
                <a:latin typeface="Franklin Gothic Book" panose="020B0503020102020204" pitchFamily="34" charset="0"/>
              </a:rPr>
              <a:t> quo </a:t>
            </a:r>
            <a:r>
              <a:rPr lang="it-IT" sz="1400" dirty="0" err="1">
                <a:latin typeface="Franklin Gothic Book" panose="020B0503020102020204" pitchFamily="34" charset="0"/>
              </a:rPr>
              <a:t>modignam</a:t>
            </a:r>
            <a:r>
              <a:rPr lang="it-IT" sz="1400" dirty="0">
                <a:latin typeface="Franklin Gothic Book" panose="020B0503020102020204" pitchFamily="34" charset="0"/>
              </a:rPr>
              <a:t>, </a:t>
            </a:r>
            <a:r>
              <a:rPr lang="it-IT" sz="1400" dirty="0" err="1">
                <a:latin typeface="Franklin Gothic Book" panose="020B0503020102020204" pitchFamily="34" charset="0"/>
              </a:rPr>
              <a:t>nis</a:t>
            </a:r>
            <a:r>
              <a:rPr lang="it-IT" sz="1400" dirty="0">
                <a:latin typeface="Franklin Gothic Book" panose="020B0503020102020204" pitchFamily="34" charset="0"/>
              </a:rPr>
              <a:t> alite</a:t>
            </a:r>
          </a:p>
          <a:p>
            <a:pPr marL="171450" indent="-171450" algn="just">
              <a:lnSpc>
                <a:spcPct val="110000"/>
              </a:lnSpc>
              <a:buClr>
                <a:srgbClr val="E50514"/>
              </a:buClr>
              <a:buSzPct val="80000"/>
              <a:buBlip>
                <a:blip r:embed="rId2"/>
              </a:buBlip>
            </a:pPr>
            <a:r>
              <a:rPr lang="it-IT" sz="1400" dirty="0" err="1">
                <a:latin typeface="Franklin Gothic Book" panose="020B0503020102020204" pitchFamily="34" charset="0"/>
              </a:rPr>
              <a:t>Udiationsed</a:t>
            </a:r>
            <a:r>
              <a:rPr lang="it-IT" sz="1400" dirty="0">
                <a:latin typeface="Franklin Gothic Book" panose="020B0503020102020204" pitchFamily="34" charset="0"/>
              </a:rPr>
              <a:t> quo </a:t>
            </a:r>
            <a:r>
              <a:rPr lang="it-IT" sz="1400" dirty="0" err="1">
                <a:latin typeface="Franklin Gothic Book" panose="020B0503020102020204" pitchFamily="34" charset="0"/>
              </a:rPr>
              <a:t>modignam</a:t>
            </a:r>
            <a:r>
              <a:rPr lang="it-IT" sz="1400" dirty="0">
                <a:latin typeface="Franklin Gothic Book" panose="020B0503020102020204" pitchFamily="34" charset="0"/>
              </a:rPr>
              <a:t>, </a:t>
            </a:r>
            <a:r>
              <a:rPr lang="it-IT" sz="1400" dirty="0" err="1">
                <a:latin typeface="Franklin Gothic Book" panose="020B0503020102020204" pitchFamily="34" charset="0"/>
              </a:rPr>
              <a:t>nis</a:t>
            </a:r>
            <a:r>
              <a:rPr lang="it-IT" sz="1400" dirty="0">
                <a:latin typeface="Franklin Gothic Book" panose="020B0503020102020204" pitchFamily="34" charset="0"/>
              </a:rPr>
              <a:t> alite</a:t>
            </a:r>
          </a:p>
          <a:p>
            <a:pPr marL="171450" indent="-171450" algn="just">
              <a:lnSpc>
                <a:spcPct val="110000"/>
              </a:lnSpc>
              <a:buClr>
                <a:srgbClr val="E50514"/>
              </a:buClr>
              <a:buSzPct val="80000"/>
              <a:buBlip>
                <a:blip r:embed="rId2"/>
              </a:buBlip>
            </a:pPr>
            <a:r>
              <a:rPr lang="it-IT" sz="1400" dirty="0" err="1">
                <a:latin typeface="Franklin Gothic Book" panose="020B0503020102020204" pitchFamily="34" charset="0"/>
              </a:rPr>
              <a:t>Udiationsed</a:t>
            </a:r>
            <a:r>
              <a:rPr lang="it-IT" sz="1400" dirty="0">
                <a:latin typeface="Franklin Gothic Book" panose="020B0503020102020204" pitchFamily="34" charset="0"/>
              </a:rPr>
              <a:t> quo </a:t>
            </a:r>
            <a:r>
              <a:rPr lang="it-IT" sz="1400" dirty="0" err="1">
                <a:latin typeface="Franklin Gothic Book" panose="020B0503020102020204" pitchFamily="34" charset="0"/>
              </a:rPr>
              <a:t>modignam</a:t>
            </a:r>
            <a:r>
              <a:rPr lang="it-IT" sz="1400" dirty="0">
                <a:latin typeface="Franklin Gothic Book" panose="020B0503020102020204" pitchFamily="34" charset="0"/>
              </a:rPr>
              <a:t>, </a:t>
            </a:r>
            <a:r>
              <a:rPr lang="it-IT" sz="1400" dirty="0" err="1">
                <a:latin typeface="Franklin Gothic Book" panose="020B0503020102020204" pitchFamily="34" charset="0"/>
              </a:rPr>
              <a:t>nis</a:t>
            </a:r>
            <a:r>
              <a:rPr lang="it-IT" sz="1400" dirty="0">
                <a:latin typeface="Franklin Gothic Book" panose="020B0503020102020204" pitchFamily="34" charset="0"/>
              </a:rPr>
              <a:t> alite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DE4B8839-8B73-4448-8BA5-15B7B3207320}"/>
              </a:ext>
            </a:extLst>
          </p:cNvPr>
          <p:cNvSpPr txBox="1">
            <a:spLocks/>
          </p:cNvSpPr>
          <p:nvPr/>
        </p:nvSpPr>
        <p:spPr>
          <a:xfrm>
            <a:off x="178337" y="160690"/>
            <a:ext cx="7127548" cy="33137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1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t>TITLE</a:t>
            </a:r>
            <a:endParaRPr kumimoji="0" lang="it-IT" sz="21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13" name="Sottotitolo 2">
            <a:extLst>
              <a:ext uri="{FF2B5EF4-FFF2-40B4-BE49-F238E27FC236}">
                <a16:creationId xmlns:a16="http://schemas.microsoft.com/office/drawing/2014/main" id="{1017F139-0B6C-44BF-98B7-1F44D14F204F}"/>
              </a:ext>
            </a:extLst>
          </p:cNvPr>
          <p:cNvSpPr txBox="1">
            <a:spLocks/>
          </p:cNvSpPr>
          <p:nvPr/>
        </p:nvSpPr>
        <p:spPr>
          <a:xfrm>
            <a:off x="214779" y="550657"/>
            <a:ext cx="7642476" cy="387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E50514"/>
              </a:buClr>
              <a:buFont typeface="Arial" panose="020B0604020202020204" pitchFamily="34" charset="0"/>
              <a:buNone/>
              <a:defRPr sz="1500" b="0" kern="1200">
                <a:solidFill>
                  <a:srgbClr val="898989"/>
                </a:solidFill>
                <a:latin typeface="Franklin Gothic Demi" panose="020B0703020102020204" pitchFamily="34" charset="0"/>
                <a:ea typeface="+mn-ea"/>
                <a:cs typeface="+mn-cs"/>
              </a:defRPr>
            </a:lvl1pPr>
            <a:lvl2pPr marL="25717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E50514"/>
              </a:buClr>
              <a:buFont typeface="Arial" panose="020B0604020202020204" pitchFamily="34" charset="0"/>
              <a:buNone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E50514"/>
              </a:buClr>
              <a:buFont typeface="Arial" panose="020B0604020202020204" pitchFamily="34" charset="0"/>
              <a:buNone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15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E50514"/>
              </a:buClr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E50514"/>
              </a:buClr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587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4305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002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5051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it-IT" dirty="0"/>
              <a:t>Subtitle</a:t>
            </a:r>
            <a:endParaRPr kumimoji="0" lang="en-US" altLang="it-IT" sz="15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Franklin Gothic Demi" panose="020B0703020102020204" pitchFamily="34" charset="0"/>
              <a:ea typeface="+mn-ea"/>
              <a:cs typeface="+mn-cs"/>
            </a:endParaRPr>
          </a:p>
        </p:txBody>
      </p:sp>
      <p:cxnSp>
        <p:nvCxnSpPr>
          <p:cNvPr id="15" name="Connettore 1 6">
            <a:extLst>
              <a:ext uri="{FF2B5EF4-FFF2-40B4-BE49-F238E27FC236}">
                <a16:creationId xmlns:a16="http://schemas.microsoft.com/office/drawing/2014/main" id="{96F66CF6-ABED-437C-B47E-858C0CF9363C}"/>
              </a:ext>
            </a:extLst>
          </p:cNvPr>
          <p:cNvCxnSpPr>
            <a:cxnSpLocks/>
          </p:cNvCxnSpPr>
          <p:nvPr/>
        </p:nvCxnSpPr>
        <p:spPr>
          <a:xfrm>
            <a:off x="214779" y="160690"/>
            <a:ext cx="0" cy="603487"/>
          </a:xfrm>
          <a:prstGeom prst="line">
            <a:avLst/>
          </a:prstGeom>
          <a:ln>
            <a:solidFill>
              <a:srgbClr val="E50514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21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E9B8AE4E-F39F-FF48-B2DD-7892B4ACE158}"/>
              </a:ext>
            </a:extLst>
          </p:cNvPr>
          <p:cNvSpPr txBox="1"/>
          <p:nvPr/>
        </p:nvSpPr>
        <p:spPr>
          <a:xfrm>
            <a:off x="795867" y="3544711"/>
            <a:ext cx="1879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Images </a:t>
            </a:r>
            <a:r>
              <a:rPr lang="it-IT" sz="1100" dirty="0" err="1"/>
              <a:t>captions</a:t>
            </a:r>
            <a:r>
              <a:rPr lang="it-IT" sz="1100" dirty="0"/>
              <a:t>/Didascalia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03D0060E-EAB5-1F4C-B142-664B76CFA36C}"/>
              </a:ext>
            </a:extLst>
          </p:cNvPr>
          <p:cNvSpPr/>
          <p:nvPr/>
        </p:nvSpPr>
        <p:spPr>
          <a:xfrm>
            <a:off x="795867" y="1597378"/>
            <a:ext cx="1879600" cy="1879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7D82191B-968D-654C-8576-E22F9965357D}"/>
              </a:ext>
            </a:extLst>
          </p:cNvPr>
          <p:cNvSpPr/>
          <p:nvPr/>
        </p:nvSpPr>
        <p:spPr>
          <a:xfrm>
            <a:off x="2980268" y="1597378"/>
            <a:ext cx="2963332" cy="1879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D58DCC2-07FA-834C-819F-C3E758594179}"/>
              </a:ext>
            </a:extLst>
          </p:cNvPr>
          <p:cNvSpPr txBox="1"/>
          <p:nvPr/>
        </p:nvSpPr>
        <p:spPr>
          <a:xfrm>
            <a:off x="2980268" y="3544711"/>
            <a:ext cx="1879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Images </a:t>
            </a:r>
            <a:r>
              <a:rPr lang="it-IT" sz="1100" dirty="0" err="1"/>
              <a:t>captions</a:t>
            </a:r>
            <a:r>
              <a:rPr lang="it-IT" sz="1100" dirty="0"/>
              <a:t>/Didascalia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2BB1BF6-3BF4-2C44-9F70-4B7E8D6F0A2E}"/>
              </a:ext>
            </a:extLst>
          </p:cNvPr>
          <p:cNvSpPr txBox="1"/>
          <p:nvPr/>
        </p:nvSpPr>
        <p:spPr>
          <a:xfrm rot="19601428">
            <a:off x="841030" y="2387084"/>
            <a:ext cx="1789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00" b="1" spc="600" dirty="0">
                <a:solidFill>
                  <a:schemeClr val="bg1"/>
                </a:solidFill>
                <a:latin typeface="Franklin Gothic Heavy" panose="020B0603020102020204" pitchFamily="34" charset="0"/>
              </a:rPr>
              <a:t>EXAMPLE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03F07CD-13EE-B845-8D38-7CAE1E2AE2E5}"/>
              </a:ext>
            </a:extLst>
          </p:cNvPr>
          <p:cNvSpPr txBox="1"/>
          <p:nvPr/>
        </p:nvSpPr>
        <p:spPr>
          <a:xfrm rot="19601428">
            <a:off x="3567298" y="2352513"/>
            <a:ext cx="1789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00" b="1" spc="600" dirty="0">
                <a:solidFill>
                  <a:schemeClr val="bg1"/>
                </a:solidFill>
                <a:latin typeface="Franklin Gothic Heavy" panose="020B0603020102020204" pitchFamily="34" charset="0"/>
              </a:rPr>
              <a:t>EXAMPLE</a:t>
            </a:r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EA73D42E-EE5D-4629-9748-47CD02CB59C5}"/>
              </a:ext>
            </a:extLst>
          </p:cNvPr>
          <p:cNvSpPr txBox="1">
            <a:spLocks/>
          </p:cNvSpPr>
          <p:nvPr/>
        </p:nvSpPr>
        <p:spPr>
          <a:xfrm>
            <a:off x="178337" y="160690"/>
            <a:ext cx="7127548" cy="33137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21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t>TITLE</a:t>
            </a:r>
            <a:endParaRPr kumimoji="0" lang="it-IT" sz="21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17" name="Sottotitolo 2">
            <a:extLst>
              <a:ext uri="{FF2B5EF4-FFF2-40B4-BE49-F238E27FC236}">
                <a16:creationId xmlns:a16="http://schemas.microsoft.com/office/drawing/2014/main" id="{BB8E2CE1-008C-47D4-8FB6-777FCC2AAC23}"/>
              </a:ext>
            </a:extLst>
          </p:cNvPr>
          <p:cNvSpPr txBox="1">
            <a:spLocks/>
          </p:cNvSpPr>
          <p:nvPr/>
        </p:nvSpPr>
        <p:spPr>
          <a:xfrm>
            <a:off x="214779" y="550657"/>
            <a:ext cx="7642476" cy="387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E50514"/>
              </a:buClr>
              <a:buFont typeface="Arial" panose="020B0604020202020204" pitchFamily="34" charset="0"/>
              <a:buNone/>
              <a:defRPr sz="1500" b="0" kern="1200">
                <a:solidFill>
                  <a:srgbClr val="898989"/>
                </a:solidFill>
                <a:latin typeface="Franklin Gothic Demi" panose="020B0703020102020204" pitchFamily="34" charset="0"/>
                <a:ea typeface="+mn-ea"/>
                <a:cs typeface="+mn-cs"/>
              </a:defRPr>
            </a:lvl1pPr>
            <a:lvl2pPr marL="25717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E50514"/>
              </a:buClr>
              <a:buFont typeface="Arial" panose="020B0604020202020204" pitchFamily="34" charset="0"/>
              <a:buNone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E50514"/>
              </a:buClr>
              <a:buFont typeface="Arial" panose="020B0604020202020204" pitchFamily="34" charset="0"/>
              <a:buNone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15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E50514"/>
              </a:buClr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E50514"/>
              </a:buClr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587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4305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002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5051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it-IT" dirty="0"/>
              <a:t>Subtitle</a:t>
            </a:r>
            <a:endParaRPr kumimoji="0" lang="en-US" altLang="it-IT" sz="15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Franklin Gothic Demi" panose="020B0703020102020204" pitchFamily="34" charset="0"/>
              <a:ea typeface="+mn-ea"/>
              <a:cs typeface="+mn-cs"/>
            </a:endParaRPr>
          </a:p>
        </p:txBody>
      </p:sp>
      <p:cxnSp>
        <p:nvCxnSpPr>
          <p:cNvPr id="18" name="Connettore 1 6">
            <a:extLst>
              <a:ext uri="{FF2B5EF4-FFF2-40B4-BE49-F238E27FC236}">
                <a16:creationId xmlns:a16="http://schemas.microsoft.com/office/drawing/2014/main" id="{8864C58E-01C7-4DF7-8114-2BE2D58C234A}"/>
              </a:ext>
            </a:extLst>
          </p:cNvPr>
          <p:cNvCxnSpPr>
            <a:cxnSpLocks/>
          </p:cNvCxnSpPr>
          <p:nvPr/>
        </p:nvCxnSpPr>
        <p:spPr>
          <a:xfrm>
            <a:off x="214779" y="160690"/>
            <a:ext cx="0" cy="603487"/>
          </a:xfrm>
          <a:prstGeom prst="line">
            <a:avLst/>
          </a:prstGeom>
          <a:ln>
            <a:solidFill>
              <a:srgbClr val="E50514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193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>
            <a:extLst>
              <a:ext uri="{FF2B5EF4-FFF2-40B4-BE49-F238E27FC236}">
                <a16:creationId xmlns:a16="http://schemas.microsoft.com/office/drawing/2014/main" id="{8FB7FF7B-AECD-5449-BADB-EF32B59EA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556" y="1925419"/>
            <a:ext cx="24728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it-IT" altLang="it-IT" sz="3600" dirty="0" err="1">
                <a:solidFill>
                  <a:schemeClr val="bg2">
                    <a:lumMod val="50000"/>
                  </a:schemeClr>
                </a:solidFill>
                <a:latin typeface="Franklin Gothic Demi" panose="020B0603020102020204" pitchFamily="34" charset="0"/>
              </a:rPr>
              <a:t>Thank</a:t>
            </a:r>
            <a:r>
              <a:rPr lang="it-IT" altLang="it-IT" sz="3600" dirty="0">
                <a:solidFill>
                  <a:schemeClr val="bg2">
                    <a:lumMod val="50000"/>
                  </a:schemeClr>
                </a:solidFill>
                <a:latin typeface="Franklin Gothic Demi" panose="020B0603020102020204" pitchFamily="34" charset="0"/>
              </a:rPr>
              <a:t> </a:t>
            </a:r>
            <a:r>
              <a:rPr lang="it-IT" altLang="it-IT" sz="3600" dirty="0" err="1">
                <a:solidFill>
                  <a:schemeClr val="bg2">
                    <a:lumMod val="50000"/>
                  </a:schemeClr>
                </a:solidFill>
                <a:latin typeface="Franklin Gothic Demi" panose="020B0603020102020204" pitchFamily="34" charset="0"/>
              </a:rPr>
              <a:t>you</a:t>
            </a:r>
            <a:r>
              <a:rPr lang="it-IT" altLang="it-IT" sz="3600" dirty="0">
                <a:solidFill>
                  <a:schemeClr val="bg2">
                    <a:lumMod val="50000"/>
                  </a:schemeClr>
                </a:solidFill>
                <a:latin typeface="Franklin Gothic Demi" panose="020B0603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4343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449903"/>
      </p:ext>
    </p:extLst>
  </p:cSld>
  <p:clrMapOvr>
    <a:masterClrMapping/>
  </p:clrMapOvr>
</p:sld>
</file>

<file path=ppt/theme/theme1.xml><?xml version="1.0" encoding="utf-8"?>
<a:theme xmlns:a="http://schemas.openxmlformats.org/drawingml/2006/main" name="page / pagina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ver / Copert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ack cover / ultima di copert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08a9c2-3e27-422d-a4b5-2085cf6985ec">
      <Terms xmlns="http://schemas.microsoft.com/office/infopath/2007/PartnerControls"/>
    </lcf76f155ced4ddcb4097134ff3c332f>
    <TaxCatchAll xmlns="2cd85376-08a9-4c0f-b3f6-f791137930f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7E28E05A37EE438FC09FED4EA4E381" ma:contentTypeVersion="14" ma:contentTypeDescription="Create a new document." ma:contentTypeScope="" ma:versionID="7ec6557ef7341937402c3f159b3b409d">
  <xsd:schema xmlns:xsd="http://www.w3.org/2001/XMLSchema" xmlns:xs="http://www.w3.org/2001/XMLSchema" xmlns:p="http://schemas.microsoft.com/office/2006/metadata/properties" xmlns:ns2="4508a9c2-3e27-422d-a4b5-2085cf6985ec" xmlns:ns3="2cd85376-08a9-4c0f-b3f6-f791137930ff" targetNamespace="http://schemas.microsoft.com/office/2006/metadata/properties" ma:root="true" ma:fieldsID="308dbba88274040b592ef6f4df0d70b4" ns2:_="" ns3:_="">
    <xsd:import namespace="4508a9c2-3e27-422d-a4b5-2085cf6985ec"/>
    <xsd:import namespace="2cd85376-08a9-4c0f-b3f6-f791137930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08a9c2-3e27-422d-a4b5-2085cf6985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fe04071d-4d91-4a86-a341-5579ed0a614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d85376-08a9-4c0f-b3f6-f791137930ff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1c6244a3-a0b1-46a0-8144-fe5cb95e19b2}" ma:internalName="TaxCatchAll" ma:showField="CatchAllData" ma:web="2cd85376-08a9-4c0f-b3f6-f791137930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3E67CD-C60A-4918-973C-9FBD946F8599}">
  <ds:schemaRefs>
    <ds:schemaRef ds:uri="http://purl.org/dc/dcmitype/"/>
    <ds:schemaRef ds:uri="http://purl.org/dc/terms/"/>
    <ds:schemaRef ds:uri="http://schemas.microsoft.com/office/2006/metadata/properties"/>
    <ds:schemaRef ds:uri="2cd85376-08a9-4c0f-b3f6-f791137930ff"/>
    <ds:schemaRef ds:uri="4508a9c2-3e27-422d-a4b5-2085cf6985ec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C37123E-2847-416D-8565-684D006B6E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AE0F2C-AAAB-4D4A-A927-6993A55E274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139</Words>
  <Application>Microsoft Office PowerPoint</Application>
  <PresentationFormat>Presentazione su schermo (16:9)</PresentationFormat>
  <Paragraphs>29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7</vt:i4>
      </vt:variant>
    </vt:vector>
  </HeadingPairs>
  <TitlesOfParts>
    <vt:vector size="16" baseType="lpstr">
      <vt:lpstr>Arial</vt:lpstr>
      <vt:lpstr>Calibri</vt:lpstr>
      <vt:lpstr>Franklin Gothic Book</vt:lpstr>
      <vt:lpstr>Franklin Gothic Demi</vt:lpstr>
      <vt:lpstr>Franklin Gothic Heavy</vt:lpstr>
      <vt:lpstr>Franklin Gothic Medium</vt:lpstr>
      <vt:lpstr>page / pagina</vt:lpstr>
      <vt:lpstr>Cover / Copertina</vt:lpstr>
      <vt:lpstr>back cover / ultima di copertina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Utente di Microsoft Office</dc:creator>
  <cp:lastModifiedBy>Laura Rossi</cp:lastModifiedBy>
  <cp:revision>73</cp:revision>
  <dcterms:created xsi:type="dcterms:W3CDTF">2018-12-11T13:09:16Z</dcterms:created>
  <dcterms:modified xsi:type="dcterms:W3CDTF">2024-10-28T11:16:27Z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0x0101009A7E28E05A37EE438FC09FED4EA4E381</vt:lpwstr>
  </property>
  <property fmtid="{D5CDD505-2E9C-101B-9397-08002B2CF9AE}" pid="3" name="MediaServiceImageTags">
    <vt:lpwstr/>
  </property>
</Properties>
</file>